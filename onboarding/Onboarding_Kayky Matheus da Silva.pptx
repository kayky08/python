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jpg" ContentType="image/jpg"/>
  <Override PartName="/ppt/media/image30.jpg" ContentType="image/jpg"/>
  <Override PartName="/ppt/media/image4.jpg" ContentType="image/jpg"/>
  <Override PartName="/ppt/media/image5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2" y="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jp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image" Target="../media/image45.png"/><Relationship Id="rId29" Type="http://schemas.openxmlformats.org/officeDocument/2006/relationships/image" Target="../media/image46.png"/><Relationship Id="rId30" Type="http://schemas.openxmlformats.org/officeDocument/2006/relationships/image" Target="../media/image47.png"/><Relationship Id="rId31" Type="http://schemas.openxmlformats.org/officeDocument/2006/relationships/image" Target="../media/image48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3.png"/><Relationship Id="rId4" Type="http://schemas.openxmlformats.org/officeDocument/2006/relationships/hyperlink" Target="http://fluig.itabom.com.br/" TargetMode="External"/><Relationship Id="rId5" Type="http://schemas.openxmlformats.org/officeDocument/2006/relationships/image" Target="../media/image54.jpg"/><Relationship Id="rId6" Type="http://schemas.openxmlformats.org/officeDocument/2006/relationships/image" Target="../media/image55.png"/><Relationship Id="rId7" Type="http://schemas.openxmlformats.org/officeDocument/2006/relationships/hyperlink" Target="http://www.outlook.com/" TargetMode="External"/><Relationship Id="rId8" Type="http://schemas.openxmlformats.org/officeDocument/2006/relationships/hyperlink" Target="http://www.office.com/" TargetMode="External"/><Relationship Id="rId9" Type="http://schemas.openxmlformats.org/officeDocument/2006/relationships/hyperlink" Target="mailto:xxxxxxxxxxxxxx@itabom.com.b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app.powerbi.com/home?experience=power-bi" TargetMode="External"/><Relationship Id="rId4" Type="http://schemas.openxmlformats.org/officeDocument/2006/relationships/image" Target="../media/image6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mailto:ti_chamados@itabom.com.b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hyperlink" Target="mailto:renato.constancio@itabom.com.br" TargetMode="External"/><Relationship Id="rId6" Type="http://schemas.openxmlformats.org/officeDocument/2006/relationships/image" Target="../media/image67.png"/><Relationship Id="rId7" Type="http://schemas.openxmlformats.org/officeDocument/2006/relationships/hyperlink" Target="mailto:kayky.silva@itabom.com.br" TargetMode="External"/><Relationship Id="rId8" Type="http://schemas.openxmlformats.org/officeDocument/2006/relationships/hyperlink" Target="mailto:marco.borges@itabom.com.br" TargetMode="External"/><Relationship Id="rId9" Type="http://schemas.openxmlformats.org/officeDocument/2006/relationships/hyperlink" Target="mailto:leandro.pinto@itabom.com.br" TargetMode="External"/><Relationship Id="rId10" Type="http://schemas.openxmlformats.org/officeDocument/2006/relationships/image" Target="../media/image68.jpeg"/><Relationship Id="rId11" Type="http://schemas.openxmlformats.org/officeDocument/2006/relationships/image" Target="../media/image69.png"/><Relationship Id="rId12" Type="http://schemas.openxmlformats.org/officeDocument/2006/relationships/hyperlink" Target="mailto:vitor.silva@itabom.com.br" TargetMode="External"/><Relationship Id="rId13" Type="http://schemas.openxmlformats.org/officeDocument/2006/relationships/image" Target="../media/image70.jpeg"/><Relationship Id="rId14" Type="http://schemas.openxmlformats.org/officeDocument/2006/relationships/image" Target="../media/image7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/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 smtClean="0">
                <a:solidFill>
                  <a:srgbClr val="FFFFFF"/>
                </a:solidFill>
                <a:latin typeface="Calibri"/>
                <a:cs typeface="Calibri"/>
              </a:rPr>
              <a:t>Kayky Matheus da Silva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36819" y="4447041"/>
            <a:ext cx="1701164" cy="527685"/>
            <a:chOff x="5055108" y="3532666"/>
            <a:chExt cx="1701164" cy="527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50840" y="5369062"/>
            <a:ext cx="1701164" cy="527685"/>
            <a:chOff x="5105400" y="4454687"/>
            <a:chExt cx="1701164" cy="527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94607" y="5369062"/>
            <a:ext cx="1701164" cy="527685"/>
            <a:chOff x="3249167" y="4454687"/>
            <a:chExt cx="1701164" cy="527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847587" y="4919472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863701" y="3497047"/>
            <a:ext cx="2018062" cy="527268"/>
            <a:chOff x="5049011" y="2583214"/>
            <a:chExt cx="1700784" cy="527268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18135" y="354244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13959" y="1609344"/>
            <a:ext cx="1717547" cy="972197"/>
            <a:chOff x="5013959" y="1609344"/>
            <a:chExt cx="1717547" cy="972197"/>
          </a:xfrm>
        </p:grpSpPr>
        <p:sp>
          <p:nvSpPr>
            <p:cNvPr id="25" name="object 25"/>
            <p:cNvSpPr/>
            <p:nvPr/>
          </p:nvSpPr>
          <p:spPr>
            <a:xfrm>
              <a:off x="5865876" y="2119896"/>
              <a:ext cx="76200" cy="461645"/>
            </a:xfrm>
            <a:custGeom>
              <a:avLst/>
              <a:gdLst/>
              <a:ahLst/>
              <a:cxnLst/>
              <a:rect l="l" t="t" r="r" b="b"/>
              <a:pathLst>
                <a:path w="76200" h="461644">
                  <a:moveTo>
                    <a:pt x="76200" y="385051"/>
                  </a:moveTo>
                  <a:lnTo>
                    <a:pt x="44450" y="38505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85051"/>
                  </a:lnTo>
                  <a:lnTo>
                    <a:pt x="0" y="385051"/>
                  </a:lnTo>
                  <a:lnTo>
                    <a:pt x="38100" y="461251"/>
                  </a:lnTo>
                  <a:lnTo>
                    <a:pt x="69850" y="397751"/>
                  </a:lnTo>
                  <a:lnTo>
                    <a:pt x="76200" y="385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3959" y="1609344"/>
              <a:ext cx="1717547" cy="5501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1203" y="1636776"/>
              <a:ext cx="1627631" cy="460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61203" y="1636776"/>
              <a:ext cx="1627505" cy="460375"/>
            </a:xfrm>
            <a:custGeom>
              <a:avLst/>
              <a:gdLst/>
              <a:ahLst/>
              <a:cxnLst/>
              <a:rect l="l" t="t" r="r" b="b"/>
              <a:pathLst>
                <a:path w="1627504" h="460375">
                  <a:moveTo>
                    <a:pt x="0" y="76708"/>
                  </a:moveTo>
                  <a:lnTo>
                    <a:pt x="5969" y="46862"/>
                  </a:lnTo>
                  <a:lnTo>
                    <a:pt x="22479" y="22478"/>
                  </a:lnTo>
                  <a:lnTo>
                    <a:pt x="46862" y="5969"/>
                  </a:lnTo>
                  <a:lnTo>
                    <a:pt x="76708" y="0"/>
                  </a:lnTo>
                  <a:lnTo>
                    <a:pt x="1550416" y="0"/>
                  </a:lnTo>
                  <a:lnTo>
                    <a:pt x="1580261" y="5969"/>
                  </a:lnTo>
                  <a:lnTo>
                    <a:pt x="1604645" y="22478"/>
                  </a:lnTo>
                  <a:lnTo>
                    <a:pt x="1621154" y="46862"/>
                  </a:lnTo>
                  <a:lnTo>
                    <a:pt x="1627124" y="76708"/>
                  </a:lnTo>
                  <a:lnTo>
                    <a:pt x="1627124" y="383413"/>
                  </a:lnTo>
                  <a:lnTo>
                    <a:pt x="1621154" y="413258"/>
                  </a:lnTo>
                  <a:lnTo>
                    <a:pt x="1604645" y="437641"/>
                  </a:lnTo>
                  <a:lnTo>
                    <a:pt x="1580261" y="454151"/>
                  </a:lnTo>
                  <a:lnTo>
                    <a:pt x="1550416" y="460121"/>
                  </a:lnTo>
                  <a:lnTo>
                    <a:pt x="76708" y="460121"/>
                  </a:lnTo>
                  <a:lnTo>
                    <a:pt x="46862" y="454151"/>
                  </a:lnTo>
                  <a:lnTo>
                    <a:pt x="22479" y="437641"/>
                  </a:lnTo>
                  <a:lnTo>
                    <a:pt x="5969" y="413258"/>
                  </a:lnTo>
                  <a:lnTo>
                    <a:pt x="0" y="383413"/>
                  </a:lnTo>
                  <a:lnTo>
                    <a:pt x="0" y="76708"/>
                  </a:lnTo>
                  <a:close/>
                </a:path>
              </a:pathLst>
            </a:custGeom>
            <a:ln w="9525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83885" y="1660347"/>
            <a:ext cx="142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Anderson</a:t>
            </a:r>
            <a:r>
              <a:rPr sz="1200" b="1" u="sng" spc="-6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Gasparin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Diretor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39511" y="44937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47587" y="3977627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97138" y="5420962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8563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61863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7615047" y="5369062"/>
            <a:ext cx="1891664" cy="527685"/>
            <a:chOff x="6769607" y="4454687"/>
            <a:chExt cx="1891664" cy="527685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6">
            <a:extLst>
              <a:ext uri="{FF2B5EF4-FFF2-40B4-BE49-F238E27FC236}">
                <a16:creationId xmlns:a16="http://schemas.microsoft.com/office/drawing/2014/main" xmlns="" id="{0E7E3E3A-70D7-F87E-4BD0-D2792B478C8C}"/>
              </a:ext>
            </a:extLst>
          </p:cNvPr>
          <p:cNvSpPr txBox="1"/>
          <p:nvPr/>
        </p:nvSpPr>
        <p:spPr>
          <a:xfrm>
            <a:off x="7997571" y="5431065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6">
            <a:extLst>
              <a:ext uri="{FF2B5EF4-FFF2-40B4-BE49-F238E27FC236}">
                <a16:creationId xmlns:a16="http://schemas.microsoft.com/office/drawing/2014/main" xmlns="" id="{95C7757E-9759-47B6-CCAD-1419B7EF67EF}"/>
              </a:ext>
            </a:extLst>
          </p:cNvPr>
          <p:cNvGrpSpPr/>
          <p:nvPr/>
        </p:nvGrpSpPr>
        <p:grpSpPr>
          <a:xfrm>
            <a:off x="2239709" y="5369062"/>
            <a:ext cx="1701164" cy="527685"/>
            <a:chOff x="5105400" y="4454687"/>
            <a:chExt cx="1701164" cy="527685"/>
          </a:xfrm>
        </p:grpSpPr>
        <p:pic>
          <p:nvPicPr>
            <p:cNvPr id="60" name="object 7">
              <a:extLst>
                <a:ext uri="{FF2B5EF4-FFF2-40B4-BE49-F238E27FC236}">
                  <a16:creationId xmlns:a16="http://schemas.microsoft.com/office/drawing/2014/main" xmlns="" id="{89B8A6C7-980F-878B-37BD-EC9469C2AB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61" name="object 8">
              <a:extLst>
                <a:ext uri="{FF2B5EF4-FFF2-40B4-BE49-F238E27FC236}">
                  <a16:creationId xmlns:a16="http://schemas.microsoft.com/office/drawing/2014/main" xmlns="" id="{40325FD6-B40F-0368-F56B-46596D220F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62" name="object 9">
              <a:extLst>
                <a:ext uri="{FF2B5EF4-FFF2-40B4-BE49-F238E27FC236}">
                  <a16:creationId xmlns:a16="http://schemas.microsoft.com/office/drawing/2014/main" xmlns="" id="{823621DA-1708-D35C-CEB8-9CF458876242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6">
            <a:extLst>
              <a:ext uri="{FF2B5EF4-FFF2-40B4-BE49-F238E27FC236}">
                <a16:creationId xmlns:a16="http://schemas.microsoft.com/office/drawing/2014/main" xmlns="" id="{291368F5-588D-77F9-A721-A6535B42C01F}"/>
              </a:ext>
            </a:extLst>
          </p:cNvPr>
          <p:cNvSpPr txBox="1"/>
          <p:nvPr/>
        </p:nvSpPr>
        <p:spPr>
          <a:xfrm>
            <a:off x="2317432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65" name="object 37">
            <a:extLst>
              <a:ext uri="{FF2B5EF4-FFF2-40B4-BE49-F238E27FC236}">
                <a16:creationId xmlns:a16="http://schemas.microsoft.com/office/drawing/2014/main" xmlns="" id="{ED39A315-CCDC-D646-EF51-F0F93561B662}"/>
              </a:ext>
            </a:extLst>
          </p:cNvPr>
          <p:cNvSpPr/>
          <p:nvPr/>
        </p:nvSpPr>
        <p:spPr>
          <a:xfrm>
            <a:off x="3904107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18">
            <a:extLst>
              <a:ext uri="{FF2B5EF4-FFF2-40B4-BE49-F238E27FC236}">
                <a16:creationId xmlns:a16="http://schemas.microsoft.com/office/drawing/2014/main" xmlns="" id="{AD1008C5-BF2E-E89E-D25F-660D4E28A252}"/>
              </a:ext>
            </a:extLst>
          </p:cNvPr>
          <p:cNvGrpSpPr/>
          <p:nvPr/>
        </p:nvGrpSpPr>
        <p:grpSpPr>
          <a:xfrm>
            <a:off x="4918135" y="2569841"/>
            <a:ext cx="1917767" cy="527268"/>
            <a:chOff x="5049011" y="2583214"/>
            <a:chExt cx="1700784" cy="527268"/>
          </a:xfrm>
        </p:grpSpPr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xmlns="" id="{17216AAE-C6B2-7136-3E8C-D64DCF75B7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47" name="object 20">
              <a:extLst>
                <a:ext uri="{FF2B5EF4-FFF2-40B4-BE49-F238E27FC236}">
                  <a16:creationId xmlns:a16="http://schemas.microsoft.com/office/drawing/2014/main" xmlns="" id="{11D1A34D-01A6-49CE-4489-AE3F53F2A91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48" name="object 21">
              <a:extLst>
                <a:ext uri="{FF2B5EF4-FFF2-40B4-BE49-F238E27FC236}">
                  <a16:creationId xmlns:a16="http://schemas.microsoft.com/office/drawing/2014/main" xmlns="" id="{97968AC2-2C0B-595D-AE9D-27494869EF4B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23">
            <a:extLst>
              <a:ext uri="{FF2B5EF4-FFF2-40B4-BE49-F238E27FC236}">
                <a16:creationId xmlns:a16="http://schemas.microsoft.com/office/drawing/2014/main" xmlns="" id="{0AE0C4D8-4448-50B5-73B8-EB3AF3E9541C}"/>
              </a:ext>
            </a:extLst>
          </p:cNvPr>
          <p:cNvSpPr txBox="1"/>
          <p:nvPr/>
        </p:nvSpPr>
        <p:spPr>
          <a:xfrm>
            <a:off x="4913691" y="2616085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Executivo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3">
            <a:extLst>
              <a:ext uri="{FF2B5EF4-FFF2-40B4-BE49-F238E27FC236}">
                <a16:creationId xmlns:a16="http://schemas.microsoft.com/office/drawing/2014/main" xmlns="" id="{0505C672-72BE-C25D-9B8F-187CD4B46457}"/>
              </a:ext>
            </a:extLst>
          </p:cNvPr>
          <p:cNvSpPr/>
          <p:nvPr/>
        </p:nvSpPr>
        <p:spPr>
          <a:xfrm>
            <a:off x="5847587" y="3049548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xmlns="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5542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rede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kayky.silva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TecInf@312!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421" y="2897297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Fluig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(é sincronizado com seu </a:t>
            </a:r>
            <a:r>
              <a:rPr lang="pt-BR"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de rede)</a:t>
            </a:r>
            <a:endParaRPr sz="18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sz="1800" spc="-2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sz="1800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sz="1800" spc="-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fluig.itabom.com.br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kayky.silva</a:t>
            </a: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@itabom.com.br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:</a:t>
            </a:r>
            <a:r>
              <a:rPr lang="pt-BR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TecInf@312!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9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(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Por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9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070" y="3383626"/>
            <a:ext cx="1098803" cy="516635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704671" y="4495116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kayky.silva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TecInf@312!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4099829"/>
            <a:ext cx="714375" cy="7524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541" y="4137929"/>
            <a:ext cx="752475" cy="7143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893" y="4923368"/>
            <a:ext cx="7715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693F199-06EC-95DD-0751-550461ED25B2}"/>
              </a:ext>
            </a:extLst>
          </p:cNvPr>
          <p:cNvSpPr txBox="1"/>
          <p:nvPr/>
        </p:nvSpPr>
        <p:spPr>
          <a:xfrm>
            <a:off x="990600" y="1496968"/>
            <a:ext cx="871347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3"/>
              </a:rPr>
              <a:t>Power BI</a:t>
            </a:r>
            <a:endParaRPr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kayky.silva@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TecInf@312!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spc="-20" dirty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862A068-BAB2-9093-F40D-26CA6668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92" y="1496968"/>
            <a:ext cx="1473708" cy="18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638C76-D353-6778-CBC1-4FA348B9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5581F38-DADB-C350-F427-1181B0F3B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DCACE88A-5BBA-C0F9-CC21-257C93584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693F199-06EC-95DD-0751-550461ED25B2}"/>
              </a:ext>
            </a:extLst>
          </p:cNvPr>
          <p:cNvSpPr txBox="1"/>
          <p:nvPr/>
        </p:nvSpPr>
        <p:spPr>
          <a:xfrm>
            <a:off x="990600" y="1371600"/>
            <a:ext cx="871347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3"/>
              </a:rPr>
              <a:t>Power BI</a:t>
            </a:r>
            <a:endParaRPr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{{USUARIO}}@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spc="-20" dirty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862A068-BAB2-9093-F40D-26CA6668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xmlns="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xmlns="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xmlns="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xmlns="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xmlns="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xmlns="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xmlns="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xmlns="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602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Conta da Microsoft</cp:lastModifiedBy>
  <cp:revision>6</cp:revision>
  <dcterms:created xsi:type="dcterms:W3CDTF">2024-06-25T12:09:42Z</dcterms:created>
  <dcterms:modified xsi:type="dcterms:W3CDTF">2026-06-08T23:44:13Z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