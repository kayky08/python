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jpg" ContentType="image/jpg"/>
  <Override PartName="/ppt/media/image28.jpg" ContentType="image/jpg"/>
  <Override PartName="/ppt/media/image4.jpg" ContentType="image/jpg"/>
  <Override PartName="/ppt/media/image52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9" r:id="rId5"/>
    <p:sldId id="268" r:id="rId6"/>
    <p:sldId id="262" r:id="rId8"/>
    <p:sldId id="266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ky Matheus da Silva" userId="221431a7-96c0-4b66-a403-901151a07da6" providerId="ADAL" clId="{D2D55FD0-0921-4EDC-8B50-4CCDA8112F15}"/>
    <pc:docChg chg="undo custSel addSld delSld modSld sldOrd">
      <pc:chgData name="Kayky Matheus da Silva" userId="221431a7-96c0-4b66-a403-901151a07da6" providerId="ADAL" clId="{D2D55FD0-0921-4EDC-8B50-4CCDA8112F15}" dt="2026-05-14T15:06:31.657" v="312" actId="20577"/>
      <pc:docMkLst>
        <pc:docMk/>
      </pc:docMkLst>
      <pc:sldChg chg="modSp mod">
        <pc:chgData name="Kayky Matheus da Silva" userId="221431a7-96c0-4b66-a403-901151a07da6" providerId="ADAL" clId="{D2D55FD0-0921-4EDC-8B50-4CCDA8112F15}" dt="2026-05-14T15:06:31.657" v="312" actId="20577"/>
        <pc:sldMkLst>
          <pc:docMk/>
          <pc:sldMk cId="3369121352" sldId="270"/>
        </pc:sldMkLst>
        <pc:spChg chg="mod">
          <ac:chgData name="Kayky Matheus da Silva" userId="221431a7-96c0-4b66-a403-901151a07da6" providerId="ADAL" clId="{D2D55FD0-0921-4EDC-8B50-4CCDA8112F15}" dt="2026-05-14T15:06:31.657" v="312" actId="20577"/>
          <ac:spMkLst>
            <pc:docMk/>
            <pc:sldMk cId="3369121352" sldId="270"/>
            <ac:spMk id="5" creationId="{4693F199-06EC-95DD-0751-550461ED25B2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0475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5212" y="5445252"/>
            <a:ext cx="1938528" cy="9601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19042" y="1977085"/>
            <a:ext cx="5099684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0475" cy="68549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452" y="4968239"/>
            <a:ext cx="605028" cy="44348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73836" y="5580888"/>
            <a:ext cx="294005" cy="350520"/>
          </a:xfrm>
          <a:custGeom>
            <a:avLst/>
            <a:gdLst/>
            <a:ahLst/>
            <a:cxnLst/>
            <a:rect l="l" t="t" r="r" b="b"/>
            <a:pathLst>
              <a:path w="294005" h="350520">
                <a:moveTo>
                  <a:pt x="293839" y="147320"/>
                </a:moveTo>
                <a:lnTo>
                  <a:pt x="293814" y="143510"/>
                </a:lnTo>
                <a:lnTo>
                  <a:pt x="293509" y="135890"/>
                </a:lnTo>
                <a:lnTo>
                  <a:pt x="293217" y="128270"/>
                </a:lnTo>
                <a:lnTo>
                  <a:pt x="291071" y="113030"/>
                </a:lnTo>
                <a:lnTo>
                  <a:pt x="289674" y="109639"/>
                </a:lnTo>
                <a:lnTo>
                  <a:pt x="289674" y="129540"/>
                </a:lnTo>
                <a:lnTo>
                  <a:pt x="289369" y="132080"/>
                </a:lnTo>
                <a:lnTo>
                  <a:pt x="289128" y="134620"/>
                </a:lnTo>
                <a:lnTo>
                  <a:pt x="288874" y="134620"/>
                </a:lnTo>
                <a:lnTo>
                  <a:pt x="288505" y="135890"/>
                </a:lnTo>
                <a:lnTo>
                  <a:pt x="287401" y="135890"/>
                </a:lnTo>
                <a:lnTo>
                  <a:pt x="286905" y="134620"/>
                </a:lnTo>
                <a:lnTo>
                  <a:pt x="287210" y="132080"/>
                </a:lnTo>
                <a:lnTo>
                  <a:pt x="287832" y="129540"/>
                </a:lnTo>
                <a:lnTo>
                  <a:pt x="288201" y="129540"/>
                </a:lnTo>
                <a:lnTo>
                  <a:pt x="289306" y="128270"/>
                </a:lnTo>
                <a:lnTo>
                  <a:pt x="289674" y="129540"/>
                </a:lnTo>
                <a:lnTo>
                  <a:pt x="289674" y="109639"/>
                </a:lnTo>
                <a:lnTo>
                  <a:pt x="272376" y="67525"/>
                </a:lnTo>
                <a:lnTo>
                  <a:pt x="272376" y="143510"/>
                </a:lnTo>
                <a:lnTo>
                  <a:pt x="272376" y="147320"/>
                </a:lnTo>
                <a:lnTo>
                  <a:pt x="271399" y="152095"/>
                </a:lnTo>
                <a:lnTo>
                  <a:pt x="271399" y="157480"/>
                </a:lnTo>
                <a:lnTo>
                  <a:pt x="271399" y="160020"/>
                </a:lnTo>
                <a:lnTo>
                  <a:pt x="271030" y="161290"/>
                </a:lnTo>
                <a:lnTo>
                  <a:pt x="270281" y="162560"/>
                </a:lnTo>
                <a:lnTo>
                  <a:pt x="269544" y="162560"/>
                </a:lnTo>
                <a:lnTo>
                  <a:pt x="269303" y="161290"/>
                </a:lnTo>
                <a:lnTo>
                  <a:pt x="270167" y="157480"/>
                </a:lnTo>
                <a:lnTo>
                  <a:pt x="270230" y="156210"/>
                </a:lnTo>
                <a:lnTo>
                  <a:pt x="271145" y="156210"/>
                </a:lnTo>
                <a:lnTo>
                  <a:pt x="271399" y="157480"/>
                </a:lnTo>
                <a:lnTo>
                  <a:pt x="271399" y="152095"/>
                </a:lnTo>
                <a:lnTo>
                  <a:pt x="271335" y="152400"/>
                </a:lnTo>
                <a:lnTo>
                  <a:pt x="270598" y="153670"/>
                </a:lnTo>
                <a:lnTo>
                  <a:pt x="269735" y="152400"/>
                </a:lnTo>
                <a:lnTo>
                  <a:pt x="269303" y="152400"/>
                </a:lnTo>
                <a:lnTo>
                  <a:pt x="269303" y="151130"/>
                </a:lnTo>
                <a:lnTo>
                  <a:pt x="269671" y="149860"/>
                </a:lnTo>
                <a:lnTo>
                  <a:pt x="270408" y="149860"/>
                </a:lnTo>
                <a:lnTo>
                  <a:pt x="270408" y="148590"/>
                </a:lnTo>
                <a:lnTo>
                  <a:pt x="269176" y="143510"/>
                </a:lnTo>
                <a:lnTo>
                  <a:pt x="269481" y="140970"/>
                </a:lnTo>
                <a:lnTo>
                  <a:pt x="271272" y="134620"/>
                </a:lnTo>
                <a:lnTo>
                  <a:pt x="271703" y="134620"/>
                </a:lnTo>
                <a:lnTo>
                  <a:pt x="271767" y="139700"/>
                </a:lnTo>
                <a:lnTo>
                  <a:pt x="272376" y="143510"/>
                </a:lnTo>
                <a:lnTo>
                  <a:pt x="272376" y="67525"/>
                </a:lnTo>
                <a:lnTo>
                  <a:pt x="272046" y="66725"/>
                </a:lnTo>
                <a:lnTo>
                  <a:pt x="272046" y="127000"/>
                </a:lnTo>
                <a:lnTo>
                  <a:pt x="271945" y="132080"/>
                </a:lnTo>
                <a:lnTo>
                  <a:pt x="269735" y="127000"/>
                </a:lnTo>
                <a:lnTo>
                  <a:pt x="268566" y="123190"/>
                </a:lnTo>
                <a:lnTo>
                  <a:pt x="268198" y="119380"/>
                </a:lnTo>
                <a:lnTo>
                  <a:pt x="268744" y="119380"/>
                </a:lnTo>
                <a:lnTo>
                  <a:pt x="269303" y="114300"/>
                </a:lnTo>
                <a:lnTo>
                  <a:pt x="269062" y="113030"/>
                </a:lnTo>
                <a:lnTo>
                  <a:pt x="269430" y="114300"/>
                </a:lnTo>
                <a:lnTo>
                  <a:pt x="269798" y="114300"/>
                </a:lnTo>
                <a:lnTo>
                  <a:pt x="270167" y="115570"/>
                </a:lnTo>
                <a:lnTo>
                  <a:pt x="271703" y="123190"/>
                </a:lnTo>
                <a:lnTo>
                  <a:pt x="271919" y="124460"/>
                </a:lnTo>
                <a:lnTo>
                  <a:pt x="272046" y="127000"/>
                </a:lnTo>
                <a:lnTo>
                  <a:pt x="272046" y="66725"/>
                </a:lnTo>
                <a:lnTo>
                  <a:pt x="271767" y="66040"/>
                </a:lnTo>
                <a:lnTo>
                  <a:pt x="267703" y="61607"/>
                </a:lnTo>
                <a:lnTo>
                  <a:pt x="267703" y="185420"/>
                </a:lnTo>
                <a:lnTo>
                  <a:pt x="267576" y="186690"/>
                </a:lnTo>
                <a:lnTo>
                  <a:pt x="267081" y="187960"/>
                </a:lnTo>
                <a:lnTo>
                  <a:pt x="266039" y="187960"/>
                </a:lnTo>
                <a:lnTo>
                  <a:pt x="266039" y="193040"/>
                </a:lnTo>
                <a:lnTo>
                  <a:pt x="265798" y="194310"/>
                </a:lnTo>
                <a:lnTo>
                  <a:pt x="263575" y="194310"/>
                </a:lnTo>
                <a:lnTo>
                  <a:pt x="263207" y="195580"/>
                </a:lnTo>
                <a:lnTo>
                  <a:pt x="262839" y="193040"/>
                </a:lnTo>
                <a:lnTo>
                  <a:pt x="263461" y="191770"/>
                </a:lnTo>
                <a:lnTo>
                  <a:pt x="265798" y="191770"/>
                </a:lnTo>
                <a:lnTo>
                  <a:pt x="266039" y="193040"/>
                </a:lnTo>
                <a:lnTo>
                  <a:pt x="266039" y="187960"/>
                </a:lnTo>
                <a:lnTo>
                  <a:pt x="265798" y="187960"/>
                </a:lnTo>
                <a:lnTo>
                  <a:pt x="265607" y="185420"/>
                </a:lnTo>
                <a:lnTo>
                  <a:pt x="266230" y="182880"/>
                </a:lnTo>
                <a:lnTo>
                  <a:pt x="266966" y="182880"/>
                </a:lnTo>
                <a:lnTo>
                  <a:pt x="267703" y="185420"/>
                </a:lnTo>
                <a:lnTo>
                  <a:pt x="267703" y="61607"/>
                </a:lnTo>
                <a:lnTo>
                  <a:pt x="239179" y="30480"/>
                </a:lnTo>
                <a:lnTo>
                  <a:pt x="231698" y="25400"/>
                </a:lnTo>
                <a:lnTo>
                  <a:pt x="223735" y="19900"/>
                </a:lnTo>
                <a:lnTo>
                  <a:pt x="223735" y="147320"/>
                </a:lnTo>
                <a:lnTo>
                  <a:pt x="223177" y="156210"/>
                </a:lnTo>
                <a:lnTo>
                  <a:pt x="217601" y="194310"/>
                </a:lnTo>
                <a:lnTo>
                  <a:pt x="201777" y="246380"/>
                </a:lnTo>
                <a:lnTo>
                  <a:pt x="177165" y="287020"/>
                </a:lnTo>
                <a:lnTo>
                  <a:pt x="169900" y="294640"/>
                </a:lnTo>
                <a:lnTo>
                  <a:pt x="167182" y="298450"/>
                </a:lnTo>
                <a:lnTo>
                  <a:pt x="159245" y="306070"/>
                </a:lnTo>
                <a:lnTo>
                  <a:pt x="156972" y="308610"/>
                </a:lnTo>
                <a:lnTo>
                  <a:pt x="151803" y="313690"/>
                </a:lnTo>
                <a:lnTo>
                  <a:pt x="151434" y="313690"/>
                </a:lnTo>
                <a:lnTo>
                  <a:pt x="146570" y="317500"/>
                </a:lnTo>
                <a:lnTo>
                  <a:pt x="145643" y="318770"/>
                </a:lnTo>
                <a:lnTo>
                  <a:pt x="143979" y="320040"/>
                </a:lnTo>
                <a:lnTo>
                  <a:pt x="131051" y="327660"/>
                </a:lnTo>
                <a:lnTo>
                  <a:pt x="129514" y="328930"/>
                </a:lnTo>
                <a:lnTo>
                  <a:pt x="127977" y="328930"/>
                </a:lnTo>
                <a:lnTo>
                  <a:pt x="126873" y="330200"/>
                </a:lnTo>
                <a:lnTo>
                  <a:pt x="125768" y="330200"/>
                </a:lnTo>
                <a:lnTo>
                  <a:pt x="124650" y="328930"/>
                </a:lnTo>
                <a:lnTo>
                  <a:pt x="120904" y="326390"/>
                </a:lnTo>
                <a:lnTo>
                  <a:pt x="116166" y="322580"/>
                </a:lnTo>
                <a:lnTo>
                  <a:pt x="113639" y="321310"/>
                </a:lnTo>
                <a:lnTo>
                  <a:pt x="106616" y="313690"/>
                </a:lnTo>
                <a:lnTo>
                  <a:pt x="104711" y="311150"/>
                </a:lnTo>
                <a:lnTo>
                  <a:pt x="103111" y="309880"/>
                </a:lnTo>
                <a:lnTo>
                  <a:pt x="79019" y="261620"/>
                </a:lnTo>
                <a:lnTo>
                  <a:pt x="74523" y="240030"/>
                </a:lnTo>
                <a:lnTo>
                  <a:pt x="74079" y="236220"/>
                </a:lnTo>
                <a:lnTo>
                  <a:pt x="73050" y="227330"/>
                </a:lnTo>
                <a:lnTo>
                  <a:pt x="72605" y="223520"/>
                </a:lnTo>
                <a:lnTo>
                  <a:pt x="72174" y="219710"/>
                </a:lnTo>
                <a:lnTo>
                  <a:pt x="71704" y="199390"/>
                </a:lnTo>
                <a:lnTo>
                  <a:pt x="71818" y="194310"/>
                </a:lnTo>
                <a:lnTo>
                  <a:pt x="76517" y="151130"/>
                </a:lnTo>
                <a:lnTo>
                  <a:pt x="86677" y="114300"/>
                </a:lnTo>
                <a:lnTo>
                  <a:pt x="121577" y="54610"/>
                </a:lnTo>
                <a:lnTo>
                  <a:pt x="155803" y="27940"/>
                </a:lnTo>
                <a:lnTo>
                  <a:pt x="163245" y="25400"/>
                </a:lnTo>
                <a:lnTo>
                  <a:pt x="171005" y="31750"/>
                </a:lnTo>
                <a:lnTo>
                  <a:pt x="176174" y="36830"/>
                </a:lnTo>
                <a:lnTo>
                  <a:pt x="181343" y="40640"/>
                </a:lnTo>
                <a:lnTo>
                  <a:pt x="186639" y="46990"/>
                </a:lnTo>
                <a:lnTo>
                  <a:pt x="191935" y="52070"/>
                </a:lnTo>
                <a:lnTo>
                  <a:pt x="198945" y="60960"/>
                </a:lnTo>
                <a:lnTo>
                  <a:pt x="200113" y="63500"/>
                </a:lnTo>
                <a:lnTo>
                  <a:pt x="202463" y="66040"/>
                </a:lnTo>
                <a:lnTo>
                  <a:pt x="203568" y="68580"/>
                </a:lnTo>
                <a:lnTo>
                  <a:pt x="223735" y="147320"/>
                </a:lnTo>
                <a:lnTo>
                  <a:pt x="223735" y="19900"/>
                </a:lnTo>
                <a:lnTo>
                  <a:pt x="220687" y="17780"/>
                </a:lnTo>
                <a:lnTo>
                  <a:pt x="203085" y="10160"/>
                </a:lnTo>
                <a:lnTo>
                  <a:pt x="194284" y="7620"/>
                </a:lnTo>
                <a:lnTo>
                  <a:pt x="185381" y="6350"/>
                </a:lnTo>
                <a:lnTo>
                  <a:pt x="161404" y="6350"/>
                </a:lnTo>
                <a:lnTo>
                  <a:pt x="154381" y="5080"/>
                </a:lnTo>
                <a:lnTo>
                  <a:pt x="147370" y="5080"/>
                </a:lnTo>
                <a:lnTo>
                  <a:pt x="133642" y="2540"/>
                </a:lnTo>
                <a:lnTo>
                  <a:pt x="130505" y="1270"/>
                </a:lnTo>
                <a:lnTo>
                  <a:pt x="127736" y="1270"/>
                </a:lnTo>
                <a:lnTo>
                  <a:pt x="125514" y="0"/>
                </a:lnTo>
                <a:lnTo>
                  <a:pt x="113334" y="0"/>
                </a:lnTo>
                <a:lnTo>
                  <a:pt x="70205" y="19050"/>
                </a:lnTo>
                <a:lnTo>
                  <a:pt x="66802" y="22313"/>
                </a:lnTo>
                <a:lnTo>
                  <a:pt x="66802" y="226060"/>
                </a:lnTo>
                <a:lnTo>
                  <a:pt x="66548" y="227330"/>
                </a:lnTo>
                <a:lnTo>
                  <a:pt x="64643" y="227330"/>
                </a:lnTo>
                <a:lnTo>
                  <a:pt x="64338" y="226060"/>
                </a:lnTo>
                <a:lnTo>
                  <a:pt x="64401" y="224790"/>
                </a:lnTo>
                <a:lnTo>
                  <a:pt x="64820" y="223520"/>
                </a:lnTo>
                <a:lnTo>
                  <a:pt x="65938" y="223520"/>
                </a:lnTo>
                <a:lnTo>
                  <a:pt x="66306" y="224790"/>
                </a:lnTo>
                <a:lnTo>
                  <a:pt x="66802" y="226060"/>
                </a:lnTo>
                <a:lnTo>
                  <a:pt x="66802" y="22313"/>
                </a:lnTo>
                <a:lnTo>
                  <a:pt x="56934" y="31750"/>
                </a:lnTo>
                <a:lnTo>
                  <a:pt x="52514" y="37934"/>
                </a:lnTo>
                <a:lnTo>
                  <a:pt x="52514" y="238760"/>
                </a:lnTo>
                <a:lnTo>
                  <a:pt x="52146" y="240030"/>
                </a:lnTo>
                <a:lnTo>
                  <a:pt x="50114" y="240030"/>
                </a:lnTo>
                <a:lnTo>
                  <a:pt x="49441" y="237490"/>
                </a:lnTo>
                <a:lnTo>
                  <a:pt x="49568" y="236220"/>
                </a:lnTo>
                <a:lnTo>
                  <a:pt x="52019" y="236220"/>
                </a:lnTo>
                <a:lnTo>
                  <a:pt x="52146" y="237490"/>
                </a:lnTo>
                <a:lnTo>
                  <a:pt x="52514" y="238760"/>
                </a:lnTo>
                <a:lnTo>
                  <a:pt x="52514" y="37934"/>
                </a:lnTo>
                <a:lnTo>
                  <a:pt x="52336" y="38188"/>
                </a:lnTo>
                <a:lnTo>
                  <a:pt x="52336" y="226060"/>
                </a:lnTo>
                <a:lnTo>
                  <a:pt x="48272" y="226060"/>
                </a:lnTo>
                <a:lnTo>
                  <a:pt x="49009" y="223520"/>
                </a:lnTo>
                <a:lnTo>
                  <a:pt x="51473" y="223520"/>
                </a:lnTo>
                <a:lnTo>
                  <a:pt x="52082" y="224790"/>
                </a:lnTo>
                <a:lnTo>
                  <a:pt x="52336" y="226060"/>
                </a:lnTo>
                <a:lnTo>
                  <a:pt x="52336" y="38188"/>
                </a:lnTo>
                <a:lnTo>
                  <a:pt x="28778" y="71120"/>
                </a:lnTo>
                <a:lnTo>
                  <a:pt x="13081" y="109220"/>
                </a:lnTo>
                <a:lnTo>
                  <a:pt x="3403" y="152400"/>
                </a:lnTo>
                <a:lnTo>
                  <a:pt x="114" y="191770"/>
                </a:lnTo>
                <a:lnTo>
                  <a:pt x="0" y="199390"/>
                </a:lnTo>
                <a:lnTo>
                  <a:pt x="241" y="212090"/>
                </a:lnTo>
                <a:lnTo>
                  <a:pt x="7023" y="262890"/>
                </a:lnTo>
                <a:lnTo>
                  <a:pt x="16446" y="287020"/>
                </a:lnTo>
                <a:lnTo>
                  <a:pt x="18046" y="292100"/>
                </a:lnTo>
                <a:lnTo>
                  <a:pt x="19646" y="295910"/>
                </a:lnTo>
                <a:lnTo>
                  <a:pt x="22110" y="300990"/>
                </a:lnTo>
                <a:lnTo>
                  <a:pt x="25311" y="304800"/>
                </a:lnTo>
                <a:lnTo>
                  <a:pt x="28448" y="309880"/>
                </a:lnTo>
                <a:lnTo>
                  <a:pt x="32080" y="314960"/>
                </a:lnTo>
                <a:lnTo>
                  <a:pt x="35953" y="318770"/>
                </a:lnTo>
                <a:lnTo>
                  <a:pt x="39954" y="323850"/>
                </a:lnTo>
                <a:lnTo>
                  <a:pt x="75907" y="347980"/>
                </a:lnTo>
                <a:lnTo>
                  <a:pt x="90004" y="350520"/>
                </a:lnTo>
                <a:lnTo>
                  <a:pt x="136537" y="350520"/>
                </a:lnTo>
                <a:lnTo>
                  <a:pt x="153403" y="349250"/>
                </a:lnTo>
                <a:lnTo>
                  <a:pt x="166878" y="349250"/>
                </a:lnTo>
                <a:lnTo>
                  <a:pt x="175006" y="347980"/>
                </a:lnTo>
                <a:lnTo>
                  <a:pt x="183934" y="344170"/>
                </a:lnTo>
                <a:lnTo>
                  <a:pt x="196837" y="339090"/>
                </a:lnTo>
                <a:lnTo>
                  <a:pt x="210705" y="330200"/>
                </a:lnTo>
                <a:lnTo>
                  <a:pt x="214515" y="327660"/>
                </a:lnTo>
                <a:lnTo>
                  <a:pt x="213664" y="323850"/>
                </a:lnTo>
                <a:lnTo>
                  <a:pt x="214147" y="322580"/>
                </a:lnTo>
                <a:lnTo>
                  <a:pt x="215442" y="323850"/>
                </a:lnTo>
                <a:lnTo>
                  <a:pt x="218770" y="323850"/>
                </a:lnTo>
                <a:lnTo>
                  <a:pt x="221665" y="322580"/>
                </a:lnTo>
                <a:lnTo>
                  <a:pt x="224548" y="320040"/>
                </a:lnTo>
                <a:lnTo>
                  <a:pt x="228549" y="317500"/>
                </a:lnTo>
                <a:lnTo>
                  <a:pt x="233781" y="311150"/>
                </a:lnTo>
                <a:lnTo>
                  <a:pt x="239255" y="306070"/>
                </a:lnTo>
                <a:lnTo>
                  <a:pt x="244602" y="299720"/>
                </a:lnTo>
                <a:lnTo>
                  <a:pt x="268693" y="259080"/>
                </a:lnTo>
                <a:lnTo>
                  <a:pt x="283095" y="219710"/>
                </a:lnTo>
                <a:lnTo>
                  <a:pt x="288975" y="195580"/>
                </a:lnTo>
                <a:lnTo>
                  <a:pt x="289623" y="191770"/>
                </a:lnTo>
                <a:lnTo>
                  <a:pt x="290271" y="187960"/>
                </a:lnTo>
                <a:lnTo>
                  <a:pt x="291020" y="182880"/>
                </a:lnTo>
                <a:lnTo>
                  <a:pt x="291769" y="177800"/>
                </a:lnTo>
                <a:lnTo>
                  <a:pt x="293027" y="162560"/>
                </a:lnTo>
                <a:lnTo>
                  <a:pt x="293357" y="156210"/>
                </a:lnTo>
                <a:lnTo>
                  <a:pt x="293497" y="153670"/>
                </a:lnTo>
                <a:lnTo>
                  <a:pt x="293839" y="147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0368" y="5414771"/>
            <a:ext cx="903732" cy="47548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007" y="4863083"/>
            <a:ext cx="3317748" cy="1472183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487170" y="2288666"/>
            <a:ext cx="1111250" cy="363220"/>
          </a:xfrm>
          <a:custGeom>
            <a:avLst/>
            <a:gdLst/>
            <a:ahLst/>
            <a:cxnLst/>
            <a:rect l="l" t="t" r="r" b="b"/>
            <a:pathLst>
              <a:path w="1111250" h="363219">
                <a:moveTo>
                  <a:pt x="540258" y="81280"/>
                </a:moveTo>
                <a:lnTo>
                  <a:pt x="534289" y="45466"/>
                </a:lnTo>
                <a:lnTo>
                  <a:pt x="517017" y="20066"/>
                </a:lnTo>
                <a:lnTo>
                  <a:pt x="489077" y="4953"/>
                </a:lnTo>
                <a:lnTo>
                  <a:pt x="451231" y="0"/>
                </a:lnTo>
                <a:lnTo>
                  <a:pt x="417957" y="3175"/>
                </a:lnTo>
                <a:lnTo>
                  <a:pt x="387477" y="12954"/>
                </a:lnTo>
                <a:lnTo>
                  <a:pt x="361061" y="30353"/>
                </a:lnTo>
                <a:lnTo>
                  <a:pt x="339725" y="56134"/>
                </a:lnTo>
                <a:lnTo>
                  <a:pt x="328803" y="30607"/>
                </a:lnTo>
                <a:lnTo>
                  <a:pt x="311277" y="13208"/>
                </a:lnTo>
                <a:lnTo>
                  <a:pt x="287020" y="3175"/>
                </a:lnTo>
                <a:lnTo>
                  <a:pt x="256540" y="0"/>
                </a:lnTo>
                <a:lnTo>
                  <a:pt x="221234" y="3683"/>
                </a:lnTo>
                <a:lnTo>
                  <a:pt x="190246" y="15240"/>
                </a:lnTo>
                <a:lnTo>
                  <a:pt x="164084" y="35433"/>
                </a:lnTo>
                <a:lnTo>
                  <a:pt x="143751" y="64770"/>
                </a:lnTo>
                <a:lnTo>
                  <a:pt x="153035" y="2667"/>
                </a:lnTo>
                <a:lnTo>
                  <a:pt x="67945" y="13335"/>
                </a:lnTo>
                <a:lnTo>
                  <a:pt x="0" y="360680"/>
                </a:lnTo>
                <a:lnTo>
                  <a:pt x="103505" y="350139"/>
                </a:lnTo>
                <a:lnTo>
                  <a:pt x="140462" y="157861"/>
                </a:lnTo>
                <a:lnTo>
                  <a:pt x="148844" y="122301"/>
                </a:lnTo>
                <a:lnTo>
                  <a:pt x="162306" y="87630"/>
                </a:lnTo>
                <a:lnTo>
                  <a:pt x="182880" y="61341"/>
                </a:lnTo>
                <a:lnTo>
                  <a:pt x="212471" y="50927"/>
                </a:lnTo>
                <a:lnTo>
                  <a:pt x="227330" y="53721"/>
                </a:lnTo>
                <a:lnTo>
                  <a:pt x="237490" y="61595"/>
                </a:lnTo>
                <a:lnTo>
                  <a:pt x="243459" y="73787"/>
                </a:lnTo>
                <a:lnTo>
                  <a:pt x="245364" y="89154"/>
                </a:lnTo>
                <a:lnTo>
                  <a:pt x="243586" y="112268"/>
                </a:lnTo>
                <a:lnTo>
                  <a:pt x="239141" y="140208"/>
                </a:lnTo>
                <a:lnTo>
                  <a:pt x="193929" y="360680"/>
                </a:lnTo>
                <a:lnTo>
                  <a:pt x="296799" y="350139"/>
                </a:lnTo>
                <a:lnTo>
                  <a:pt x="334391" y="157861"/>
                </a:lnTo>
                <a:lnTo>
                  <a:pt x="355346" y="89027"/>
                </a:lnTo>
                <a:lnTo>
                  <a:pt x="405003" y="50927"/>
                </a:lnTo>
                <a:lnTo>
                  <a:pt x="419608" y="53721"/>
                </a:lnTo>
                <a:lnTo>
                  <a:pt x="429641" y="61722"/>
                </a:lnTo>
                <a:lnTo>
                  <a:pt x="435483" y="74041"/>
                </a:lnTo>
                <a:lnTo>
                  <a:pt x="437388" y="89916"/>
                </a:lnTo>
                <a:lnTo>
                  <a:pt x="431165" y="136144"/>
                </a:lnTo>
                <a:lnTo>
                  <a:pt x="403987" y="255143"/>
                </a:lnTo>
                <a:lnTo>
                  <a:pt x="397764" y="304546"/>
                </a:lnTo>
                <a:lnTo>
                  <a:pt x="402209" y="330708"/>
                </a:lnTo>
                <a:lnTo>
                  <a:pt x="414528" y="348996"/>
                </a:lnTo>
                <a:lnTo>
                  <a:pt x="433451" y="359791"/>
                </a:lnTo>
                <a:lnTo>
                  <a:pt x="457835" y="363220"/>
                </a:lnTo>
                <a:lnTo>
                  <a:pt x="479425" y="360807"/>
                </a:lnTo>
                <a:lnTo>
                  <a:pt x="499237" y="353568"/>
                </a:lnTo>
                <a:lnTo>
                  <a:pt x="515112" y="340995"/>
                </a:lnTo>
                <a:lnTo>
                  <a:pt x="525145" y="322961"/>
                </a:lnTo>
                <a:lnTo>
                  <a:pt x="513588" y="319913"/>
                </a:lnTo>
                <a:lnTo>
                  <a:pt x="505587" y="313563"/>
                </a:lnTo>
                <a:lnTo>
                  <a:pt x="500888" y="304038"/>
                </a:lnTo>
                <a:lnTo>
                  <a:pt x="499364" y="291211"/>
                </a:lnTo>
                <a:lnTo>
                  <a:pt x="505714" y="249174"/>
                </a:lnTo>
                <a:lnTo>
                  <a:pt x="533781" y="134493"/>
                </a:lnTo>
                <a:lnTo>
                  <a:pt x="540258" y="81280"/>
                </a:lnTo>
                <a:close/>
              </a:path>
              <a:path w="1111250" h="363219">
                <a:moveTo>
                  <a:pt x="919480" y="2667"/>
                </a:moveTo>
                <a:lnTo>
                  <a:pt x="834390" y="13208"/>
                </a:lnTo>
                <a:lnTo>
                  <a:pt x="818261" y="7239"/>
                </a:lnTo>
                <a:lnTo>
                  <a:pt x="808101" y="4699"/>
                </a:lnTo>
                <a:lnTo>
                  <a:pt x="808101" y="55372"/>
                </a:lnTo>
                <a:lnTo>
                  <a:pt x="777113" y="227711"/>
                </a:lnTo>
                <a:lnTo>
                  <a:pt x="769493" y="259842"/>
                </a:lnTo>
                <a:lnTo>
                  <a:pt x="756539" y="290322"/>
                </a:lnTo>
                <a:lnTo>
                  <a:pt x="737108" y="313182"/>
                </a:lnTo>
                <a:lnTo>
                  <a:pt x="709803" y="322199"/>
                </a:lnTo>
                <a:lnTo>
                  <a:pt x="691769" y="317246"/>
                </a:lnTo>
                <a:lnTo>
                  <a:pt x="680466" y="303911"/>
                </a:lnTo>
                <a:lnTo>
                  <a:pt x="674624" y="284988"/>
                </a:lnTo>
                <a:lnTo>
                  <a:pt x="672846" y="262890"/>
                </a:lnTo>
                <a:lnTo>
                  <a:pt x="675132" y="213741"/>
                </a:lnTo>
                <a:lnTo>
                  <a:pt x="682117" y="163322"/>
                </a:lnTo>
                <a:lnTo>
                  <a:pt x="694182" y="116078"/>
                </a:lnTo>
                <a:lnTo>
                  <a:pt x="711708" y="76581"/>
                </a:lnTo>
                <a:lnTo>
                  <a:pt x="764540" y="39624"/>
                </a:lnTo>
                <a:lnTo>
                  <a:pt x="808101" y="55372"/>
                </a:lnTo>
                <a:lnTo>
                  <a:pt x="808101" y="4699"/>
                </a:lnTo>
                <a:lnTo>
                  <a:pt x="802132" y="3175"/>
                </a:lnTo>
                <a:lnTo>
                  <a:pt x="785368" y="762"/>
                </a:lnTo>
                <a:lnTo>
                  <a:pt x="767715" y="0"/>
                </a:lnTo>
                <a:lnTo>
                  <a:pt x="722503" y="5207"/>
                </a:lnTo>
                <a:lnTo>
                  <a:pt x="683133" y="19939"/>
                </a:lnTo>
                <a:lnTo>
                  <a:pt x="649605" y="42926"/>
                </a:lnTo>
                <a:lnTo>
                  <a:pt x="622173" y="72898"/>
                </a:lnTo>
                <a:lnTo>
                  <a:pt x="600837" y="108458"/>
                </a:lnTo>
                <a:lnTo>
                  <a:pt x="585470" y="148463"/>
                </a:lnTo>
                <a:lnTo>
                  <a:pt x="576199" y="191643"/>
                </a:lnTo>
                <a:lnTo>
                  <a:pt x="573151" y="236474"/>
                </a:lnTo>
                <a:lnTo>
                  <a:pt x="578993" y="288798"/>
                </a:lnTo>
                <a:lnTo>
                  <a:pt x="597154" y="328803"/>
                </a:lnTo>
                <a:lnTo>
                  <a:pt x="628523" y="354330"/>
                </a:lnTo>
                <a:lnTo>
                  <a:pt x="674116" y="363220"/>
                </a:lnTo>
                <a:lnTo>
                  <a:pt x="701929" y="360680"/>
                </a:lnTo>
                <a:lnTo>
                  <a:pt x="727456" y="353314"/>
                </a:lnTo>
                <a:lnTo>
                  <a:pt x="750316" y="341503"/>
                </a:lnTo>
                <a:lnTo>
                  <a:pt x="769747" y="325628"/>
                </a:lnTo>
                <a:lnTo>
                  <a:pt x="777240" y="342011"/>
                </a:lnTo>
                <a:lnTo>
                  <a:pt x="789813" y="353822"/>
                </a:lnTo>
                <a:lnTo>
                  <a:pt x="806323" y="360934"/>
                </a:lnTo>
                <a:lnTo>
                  <a:pt x="825246" y="363220"/>
                </a:lnTo>
                <a:lnTo>
                  <a:pt x="846074" y="360807"/>
                </a:lnTo>
                <a:lnTo>
                  <a:pt x="865632" y="353568"/>
                </a:lnTo>
                <a:lnTo>
                  <a:pt x="881507" y="340995"/>
                </a:lnTo>
                <a:lnTo>
                  <a:pt x="889762" y="325628"/>
                </a:lnTo>
                <a:lnTo>
                  <a:pt x="891159" y="322961"/>
                </a:lnTo>
                <a:lnTo>
                  <a:pt x="888238" y="322199"/>
                </a:lnTo>
                <a:lnTo>
                  <a:pt x="880110" y="320167"/>
                </a:lnTo>
                <a:lnTo>
                  <a:pt x="872236" y="313944"/>
                </a:lnTo>
                <a:lnTo>
                  <a:pt x="867664" y="304927"/>
                </a:lnTo>
                <a:lnTo>
                  <a:pt x="866140" y="293878"/>
                </a:lnTo>
                <a:lnTo>
                  <a:pt x="866521" y="287274"/>
                </a:lnTo>
                <a:lnTo>
                  <a:pt x="912495" y="39624"/>
                </a:lnTo>
                <a:lnTo>
                  <a:pt x="917575" y="13208"/>
                </a:lnTo>
                <a:lnTo>
                  <a:pt x="919480" y="2667"/>
                </a:lnTo>
                <a:close/>
              </a:path>
              <a:path w="1111250" h="363219">
                <a:moveTo>
                  <a:pt x="1110996" y="2667"/>
                </a:moveTo>
                <a:lnTo>
                  <a:pt x="1007364" y="13208"/>
                </a:lnTo>
                <a:lnTo>
                  <a:pt x="972439" y="188849"/>
                </a:lnTo>
                <a:lnTo>
                  <a:pt x="961263" y="248031"/>
                </a:lnTo>
                <a:lnTo>
                  <a:pt x="954024" y="307086"/>
                </a:lnTo>
                <a:lnTo>
                  <a:pt x="958342" y="331216"/>
                </a:lnTo>
                <a:lnTo>
                  <a:pt x="970534" y="348742"/>
                </a:lnTo>
                <a:lnTo>
                  <a:pt x="989584" y="359537"/>
                </a:lnTo>
                <a:lnTo>
                  <a:pt x="1013968" y="363220"/>
                </a:lnTo>
                <a:lnTo>
                  <a:pt x="1035558" y="360807"/>
                </a:lnTo>
                <a:lnTo>
                  <a:pt x="1055243" y="353568"/>
                </a:lnTo>
                <a:lnTo>
                  <a:pt x="1071245" y="340995"/>
                </a:lnTo>
                <a:lnTo>
                  <a:pt x="1081278" y="322961"/>
                </a:lnTo>
                <a:lnTo>
                  <a:pt x="1069721" y="320167"/>
                </a:lnTo>
                <a:lnTo>
                  <a:pt x="1061720" y="313944"/>
                </a:lnTo>
                <a:lnTo>
                  <a:pt x="1057021" y="304927"/>
                </a:lnTo>
                <a:lnTo>
                  <a:pt x="1055497" y="293878"/>
                </a:lnTo>
                <a:lnTo>
                  <a:pt x="1055878" y="287147"/>
                </a:lnTo>
                <a:lnTo>
                  <a:pt x="1056640" y="279654"/>
                </a:lnTo>
                <a:lnTo>
                  <a:pt x="1058799" y="266065"/>
                </a:lnTo>
                <a:lnTo>
                  <a:pt x="1110996" y="26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04439" y="2151887"/>
            <a:ext cx="120777" cy="9448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2939" y="2288794"/>
            <a:ext cx="3844544" cy="2159254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2600198" y="2288666"/>
            <a:ext cx="300355" cy="364490"/>
          </a:xfrm>
          <a:custGeom>
            <a:avLst/>
            <a:gdLst/>
            <a:ahLst/>
            <a:cxnLst/>
            <a:rect l="l" t="t" r="r" b="b"/>
            <a:pathLst>
              <a:path w="300355" h="364489">
                <a:moveTo>
                  <a:pt x="203834" y="0"/>
                </a:moveTo>
                <a:lnTo>
                  <a:pt x="153288" y="5461"/>
                </a:lnTo>
                <a:lnTo>
                  <a:pt x="109854" y="21336"/>
                </a:lnTo>
                <a:lnTo>
                  <a:pt x="76072" y="46228"/>
                </a:lnTo>
                <a:lnTo>
                  <a:pt x="53975" y="78612"/>
                </a:lnTo>
                <a:lnTo>
                  <a:pt x="46227" y="117475"/>
                </a:lnTo>
                <a:lnTo>
                  <a:pt x="51307" y="147320"/>
                </a:lnTo>
                <a:lnTo>
                  <a:pt x="65912" y="171958"/>
                </a:lnTo>
                <a:lnTo>
                  <a:pt x="88264" y="193421"/>
                </a:lnTo>
                <a:lnTo>
                  <a:pt x="116839" y="213868"/>
                </a:lnTo>
                <a:lnTo>
                  <a:pt x="140588" y="229997"/>
                </a:lnTo>
                <a:lnTo>
                  <a:pt x="160146" y="245745"/>
                </a:lnTo>
                <a:lnTo>
                  <a:pt x="173227" y="262763"/>
                </a:lnTo>
                <a:lnTo>
                  <a:pt x="178053" y="282702"/>
                </a:lnTo>
                <a:lnTo>
                  <a:pt x="174244" y="300990"/>
                </a:lnTo>
                <a:lnTo>
                  <a:pt x="163575" y="315849"/>
                </a:lnTo>
                <a:lnTo>
                  <a:pt x="147446" y="325882"/>
                </a:lnTo>
                <a:lnTo>
                  <a:pt x="127253" y="329565"/>
                </a:lnTo>
                <a:lnTo>
                  <a:pt x="111632" y="327025"/>
                </a:lnTo>
                <a:lnTo>
                  <a:pt x="100202" y="319405"/>
                </a:lnTo>
                <a:lnTo>
                  <a:pt x="93344" y="307340"/>
                </a:lnTo>
                <a:lnTo>
                  <a:pt x="90931" y="291338"/>
                </a:lnTo>
                <a:lnTo>
                  <a:pt x="91566" y="282321"/>
                </a:lnTo>
                <a:lnTo>
                  <a:pt x="93471" y="273304"/>
                </a:lnTo>
                <a:lnTo>
                  <a:pt x="96393" y="263779"/>
                </a:lnTo>
                <a:lnTo>
                  <a:pt x="100329" y="253746"/>
                </a:lnTo>
                <a:lnTo>
                  <a:pt x="92328" y="249428"/>
                </a:lnTo>
                <a:lnTo>
                  <a:pt x="40893" y="247523"/>
                </a:lnTo>
                <a:lnTo>
                  <a:pt x="5587" y="273431"/>
                </a:lnTo>
                <a:lnTo>
                  <a:pt x="0" y="296545"/>
                </a:lnTo>
                <a:lnTo>
                  <a:pt x="10159" y="327533"/>
                </a:lnTo>
                <a:lnTo>
                  <a:pt x="36575" y="348361"/>
                </a:lnTo>
                <a:lnTo>
                  <a:pt x="73278" y="360172"/>
                </a:lnTo>
                <a:lnTo>
                  <a:pt x="114172" y="363982"/>
                </a:lnTo>
                <a:lnTo>
                  <a:pt x="164210" y="358267"/>
                </a:lnTo>
                <a:lnTo>
                  <a:pt x="206756" y="342392"/>
                </a:lnTo>
                <a:lnTo>
                  <a:pt x="239649" y="317500"/>
                </a:lnTo>
                <a:lnTo>
                  <a:pt x="260984" y="284988"/>
                </a:lnTo>
                <a:lnTo>
                  <a:pt x="268604" y="246380"/>
                </a:lnTo>
                <a:lnTo>
                  <a:pt x="263270" y="215519"/>
                </a:lnTo>
                <a:lnTo>
                  <a:pt x="248412" y="190754"/>
                </a:lnTo>
                <a:lnTo>
                  <a:pt x="226313" y="169672"/>
                </a:lnTo>
                <a:lnTo>
                  <a:pt x="174497" y="133350"/>
                </a:lnTo>
                <a:lnTo>
                  <a:pt x="154685" y="117221"/>
                </a:lnTo>
                <a:lnTo>
                  <a:pt x="141477" y="100203"/>
                </a:lnTo>
                <a:lnTo>
                  <a:pt x="136525" y="80518"/>
                </a:lnTo>
                <a:lnTo>
                  <a:pt x="139953" y="63500"/>
                </a:lnTo>
                <a:lnTo>
                  <a:pt x="149732" y="48513"/>
                </a:lnTo>
                <a:lnTo>
                  <a:pt x="164972" y="37719"/>
                </a:lnTo>
                <a:lnTo>
                  <a:pt x="184784" y="33655"/>
                </a:lnTo>
                <a:lnTo>
                  <a:pt x="198881" y="36068"/>
                </a:lnTo>
                <a:lnTo>
                  <a:pt x="209550" y="43053"/>
                </a:lnTo>
                <a:lnTo>
                  <a:pt x="216153" y="54610"/>
                </a:lnTo>
                <a:lnTo>
                  <a:pt x="218439" y="70612"/>
                </a:lnTo>
                <a:lnTo>
                  <a:pt x="217804" y="80645"/>
                </a:lnTo>
                <a:lnTo>
                  <a:pt x="216026" y="91059"/>
                </a:lnTo>
                <a:lnTo>
                  <a:pt x="213106" y="101981"/>
                </a:lnTo>
                <a:lnTo>
                  <a:pt x="209169" y="113537"/>
                </a:lnTo>
                <a:lnTo>
                  <a:pt x="215010" y="117094"/>
                </a:lnTo>
                <a:lnTo>
                  <a:pt x="221741" y="119380"/>
                </a:lnTo>
                <a:lnTo>
                  <a:pt x="229107" y="120523"/>
                </a:lnTo>
                <a:lnTo>
                  <a:pt x="236854" y="120777"/>
                </a:lnTo>
                <a:lnTo>
                  <a:pt x="262635" y="116967"/>
                </a:lnTo>
                <a:lnTo>
                  <a:pt x="282701" y="105663"/>
                </a:lnTo>
                <a:lnTo>
                  <a:pt x="295656" y="87630"/>
                </a:lnTo>
                <a:lnTo>
                  <a:pt x="300227" y="63373"/>
                </a:lnTo>
                <a:lnTo>
                  <a:pt x="292353" y="33147"/>
                </a:lnTo>
                <a:lnTo>
                  <a:pt x="271144" y="13588"/>
                </a:lnTo>
                <a:lnTo>
                  <a:pt x="240410" y="3048"/>
                </a:lnTo>
                <a:lnTo>
                  <a:pt x="2038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140451" y="2564891"/>
            <a:ext cx="6283325" cy="3456304"/>
          </a:xfrm>
          <a:custGeom>
            <a:avLst/>
            <a:gdLst/>
            <a:ahLst/>
            <a:cxnLst/>
            <a:rect l="l" t="t" r="r" b="b"/>
            <a:pathLst>
              <a:path w="6283325" h="3456304">
                <a:moveTo>
                  <a:pt x="5706872" y="0"/>
                </a:moveTo>
                <a:lnTo>
                  <a:pt x="576072" y="0"/>
                </a:lnTo>
                <a:lnTo>
                  <a:pt x="528827" y="1905"/>
                </a:lnTo>
                <a:lnTo>
                  <a:pt x="482600" y="7493"/>
                </a:lnTo>
                <a:lnTo>
                  <a:pt x="437642" y="16763"/>
                </a:lnTo>
                <a:lnTo>
                  <a:pt x="393953" y="29337"/>
                </a:lnTo>
                <a:lnTo>
                  <a:pt x="351789" y="45212"/>
                </a:lnTo>
                <a:lnTo>
                  <a:pt x="311276" y="64262"/>
                </a:lnTo>
                <a:lnTo>
                  <a:pt x="272669" y="86360"/>
                </a:lnTo>
                <a:lnTo>
                  <a:pt x="235838" y="111125"/>
                </a:lnTo>
                <a:lnTo>
                  <a:pt x="201168" y="138684"/>
                </a:lnTo>
                <a:lnTo>
                  <a:pt x="168783" y="168656"/>
                </a:lnTo>
                <a:lnTo>
                  <a:pt x="138684" y="201168"/>
                </a:lnTo>
                <a:lnTo>
                  <a:pt x="111125" y="235838"/>
                </a:lnTo>
                <a:lnTo>
                  <a:pt x="86360" y="272542"/>
                </a:lnTo>
                <a:lnTo>
                  <a:pt x="64262" y="311277"/>
                </a:lnTo>
                <a:lnTo>
                  <a:pt x="45212" y="351790"/>
                </a:lnTo>
                <a:lnTo>
                  <a:pt x="29337" y="393954"/>
                </a:lnTo>
                <a:lnTo>
                  <a:pt x="16763" y="437515"/>
                </a:lnTo>
                <a:lnTo>
                  <a:pt x="7493" y="482600"/>
                </a:lnTo>
                <a:lnTo>
                  <a:pt x="1905" y="528701"/>
                </a:lnTo>
                <a:lnTo>
                  <a:pt x="0" y="575945"/>
                </a:lnTo>
                <a:lnTo>
                  <a:pt x="0" y="2879979"/>
                </a:lnTo>
                <a:lnTo>
                  <a:pt x="1905" y="2927223"/>
                </a:lnTo>
                <a:lnTo>
                  <a:pt x="7493" y="2973324"/>
                </a:lnTo>
                <a:lnTo>
                  <a:pt x="16763" y="3018409"/>
                </a:lnTo>
                <a:lnTo>
                  <a:pt x="29337" y="3061995"/>
                </a:lnTo>
                <a:lnTo>
                  <a:pt x="45212" y="3104134"/>
                </a:lnTo>
                <a:lnTo>
                  <a:pt x="64262" y="3144634"/>
                </a:lnTo>
                <a:lnTo>
                  <a:pt x="86360" y="3183343"/>
                </a:lnTo>
                <a:lnTo>
                  <a:pt x="111125" y="3220097"/>
                </a:lnTo>
                <a:lnTo>
                  <a:pt x="138684" y="3254781"/>
                </a:lnTo>
                <a:lnTo>
                  <a:pt x="168783" y="3287217"/>
                </a:lnTo>
                <a:lnTo>
                  <a:pt x="201168" y="3317265"/>
                </a:lnTo>
                <a:lnTo>
                  <a:pt x="235838" y="3344786"/>
                </a:lnTo>
                <a:lnTo>
                  <a:pt x="272669" y="3369627"/>
                </a:lnTo>
                <a:lnTo>
                  <a:pt x="311276" y="3391636"/>
                </a:lnTo>
                <a:lnTo>
                  <a:pt x="351789" y="3410661"/>
                </a:lnTo>
                <a:lnTo>
                  <a:pt x="393953" y="3426561"/>
                </a:lnTo>
                <a:lnTo>
                  <a:pt x="437642" y="3439185"/>
                </a:lnTo>
                <a:lnTo>
                  <a:pt x="482600" y="3448380"/>
                </a:lnTo>
                <a:lnTo>
                  <a:pt x="528827" y="3454019"/>
                </a:lnTo>
                <a:lnTo>
                  <a:pt x="576072" y="3455924"/>
                </a:lnTo>
                <a:lnTo>
                  <a:pt x="5706872" y="3455924"/>
                </a:lnTo>
                <a:lnTo>
                  <a:pt x="5754116" y="3454019"/>
                </a:lnTo>
                <a:lnTo>
                  <a:pt x="5800344" y="3448380"/>
                </a:lnTo>
                <a:lnTo>
                  <a:pt x="5845302" y="3439185"/>
                </a:lnTo>
                <a:lnTo>
                  <a:pt x="5888990" y="3426561"/>
                </a:lnTo>
                <a:lnTo>
                  <a:pt x="5931154" y="3410661"/>
                </a:lnTo>
                <a:lnTo>
                  <a:pt x="5971667" y="3391636"/>
                </a:lnTo>
                <a:lnTo>
                  <a:pt x="6010275" y="3369627"/>
                </a:lnTo>
                <a:lnTo>
                  <a:pt x="6047105" y="3344786"/>
                </a:lnTo>
                <a:lnTo>
                  <a:pt x="6081776" y="3317265"/>
                </a:lnTo>
                <a:lnTo>
                  <a:pt x="6114161" y="3287217"/>
                </a:lnTo>
                <a:lnTo>
                  <a:pt x="6144259" y="3254781"/>
                </a:lnTo>
                <a:lnTo>
                  <a:pt x="6171819" y="3220097"/>
                </a:lnTo>
                <a:lnTo>
                  <a:pt x="6196583" y="3183343"/>
                </a:lnTo>
                <a:lnTo>
                  <a:pt x="6218682" y="3144634"/>
                </a:lnTo>
                <a:lnTo>
                  <a:pt x="6237732" y="3104134"/>
                </a:lnTo>
                <a:lnTo>
                  <a:pt x="6253607" y="3061995"/>
                </a:lnTo>
                <a:lnTo>
                  <a:pt x="6266180" y="3018409"/>
                </a:lnTo>
                <a:lnTo>
                  <a:pt x="6275451" y="2973324"/>
                </a:lnTo>
                <a:lnTo>
                  <a:pt x="6281039" y="2927223"/>
                </a:lnTo>
                <a:lnTo>
                  <a:pt x="6282944" y="2879979"/>
                </a:lnTo>
                <a:lnTo>
                  <a:pt x="6282944" y="575945"/>
                </a:lnTo>
                <a:lnTo>
                  <a:pt x="6281039" y="528701"/>
                </a:lnTo>
                <a:lnTo>
                  <a:pt x="6275451" y="482600"/>
                </a:lnTo>
                <a:lnTo>
                  <a:pt x="6266180" y="437515"/>
                </a:lnTo>
                <a:lnTo>
                  <a:pt x="6253607" y="393954"/>
                </a:lnTo>
                <a:lnTo>
                  <a:pt x="6237732" y="351790"/>
                </a:lnTo>
                <a:lnTo>
                  <a:pt x="6218682" y="311277"/>
                </a:lnTo>
                <a:lnTo>
                  <a:pt x="6196583" y="272542"/>
                </a:lnTo>
                <a:lnTo>
                  <a:pt x="6171819" y="235838"/>
                </a:lnTo>
                <a:lnTo>
                  <a:pt x="6144259" y="201168"/>
                </a:lnTo>
                <a:lnTo>
                  <a:pt x="6114161" y="168656"/>
                </a:lnTo>
                <a:lnTo>
                  <a:pt x="6081776" y="138684"/>
                </a:lnTo>
                <a:lnTo>
                  <a:pt x="6047105" y="111125"/>
                </a:lnTo>
                <a:lnTo>
                  <a:pt x="6010275" y="86360"/>
                </a:lnTo>
                <a:lnTo>
                  <a:pt x="5971667" y="64262"/>
                </a:lnTo>
                <a:lnTo>
                  <a:pt x="5931154" y="45212"/>
                </a:lnTo>
                <a:lnTo>
                  <a:pt x="5888990" y="29337"/>
                </a:lnTo>
                <a:lnTo>
                  <a:pt x="5845302" y="16763"/>
                </a:lnTo>
                <a:lnTo>
                  <a:pt x="5800344" y="7493"/>
                </a:lnTo>
                <a:lnTo>
                  <a:pt x="5754116" y="1905"/>
                </a:lnTo>
                <a:lnTo>
                  <a:pt x="5706872" y="0"/>
                </a:lnTo>
                <a:close/>
              </a:path>
            </a:pathLst>
          </a:custGeom>
          <a:solidFill>
            <a:srgbClr val="FF9203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29527" y="3014472"/>
            <a:ext cx="4271772" cy="1776983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04104" y="3928871"/>
            <a:ext cx="5722620" cy="177698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83980" y="0"/>
            <a:ext cx="3206496" cy="792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5421" y="326516"/>
            <a:ext cx="430212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5421" y="1557908"/>
            <a:ext cx="10801350" cy="398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jp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46.png"/><Relationship Id="rId32" Type="http://schemas.openxmlformats.org/officeDocument/2006/relationships/image" Target="../media/image47.png"/><Relationship Id="rId33" Type="http://schemas.openxmlformats.org/officeDocument/2006/relationships/image" Target="../media/image48.png"/><Relationship Id="rId34" Type="http://schemas.openxmlformats.org/officeDocument/2006/relationships/image" Target="../media/image49.png"/><Relationship Id="rId35" Type="http://schemas.openxmlformats.org/officeDocument/2006/relationships/image" Target="../media/image5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hyperlink" Target="http://fluig.itabom.com.br/" TargetMode="External"/><Relationship Id="rId4" Type="http://schemas.openxmlformats.org/officeDocument/2006/relationships/image" Target="../media/image52.jpg"/><Relationship Id="rId5" Type="http://schemas.openxmlformats.org/officeDocument/2006/relationships/hyperlink" Target="http://www.outlook.com/" TargetMode="External"/><Relationship Id="rId6" Type="http://schemas.openxmlformats.org/officeDocument/2006/relationships/hyperlink" Target="http://www.office.com/" TargetMode="External"/><Relationship Id="rId7" Type="http://schemas.openxmlformats.org/officeDocument/2006/relationships/image" Target="../media/image53.png"/><Relationship Id="rId8" Type="http://schemas.openxmlformats.org/officeDocument/2006/relationships/image" Target="../media/image12.png"/><Relationship Id="rId9" Type="http://schemas.openxmlformats.org/officeDocument/2006/relationships/image" Target="../media/image60.png"/><Relationship Id="rId10" Type="http://schemas.openxmlformats.org/officeDocument/2006/relationships/image" Target="../media/image59.png"/><Relationship Id="rId11" Type="http://schemas.openxmlformats.org/officeDocument/2006/relationships/image" Target="../media/image5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61.png"/><Relationship Id="rId4" Type="http://schemas.openxmlformats.org/officeDocument/2006/relationships/hyperlink" Target="https://wmw.itabom.com.br:8082/itabomapi/views/pda/login.faces" TargetMode="External"/><Relationship Id="rId5" Type="http://schemas.openxmlformats.org/officeDocument/2006/relationships/image" Target="../media/image62.png"/><Relationship Id="rId6" Type="http://schemas.openxmlformats.org/officeDocument/2006/relationships/hyperlink" Target="https://app.powerbi.com/home?experience=power-bi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hyperlink" Target="mailto:ti_chamados@itabom.com.br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hyperlink" Target="mailto:renato.constancio@itabom.com.br" TargetMode="External"/><Relationship Id="rId6" Type="http://schemas.openxmlformats.org/officeDocument/2006/relationships/image" Target="../media/image66.png"/><Relationship Id="rId7" Type="http://schemas.openxmlformats.org/officeDocument/2006/relationships/hyperlink" Target="mailto:kayky.silva@itabom.com.br" TargetMode="External"/><Relationship Id="rId8" Type="http://schemas.openxmlformats.org/officeDocument/2006/relationships/hyperlink" Target="mailto:marco.borges@itabom.com.br" TargetMode="External"/><Relationship Id="rId9" Type="http://schemas.openxmlformats.org/officeDocument/2006/relationships/hyperlink" Target="mailto:leandro.pinto@itabom.com.br" TargetMode="External"/><Relationship Id="rId10" Type="http://schemas.openxmlformats.org/officeDocument/2006/relationships/image" Target="../media/image67.jpeg"/><Relationship Id="rId11" Type="http://schemas.openxmlformats.org/officeDocument/2006/relationships/image" Target="../media/image68.png"/><Relationship Id="rId12" Type="http://schemas.openxmlformats.org/officeDocument/2006/relationships/hyperlink" Target="mailto:vitor.silva@itabom.com.br" TargetMode="External"/><Relationship Id="rId13" Type="http://schemas.openxmlformats.org/officeDocument/2006/relationships/image" Target="../media/image69.jpeg"/><Relationship Id="rId14" Type="http://schemas.openxmlformats.org/officeDocument/2006/relationships/image" Target="../media/image7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66865" y="3547617"/>
            <a:ext cx="4235450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Seja</a:t>
            </a:r>
            <a:r>
              <a:rPr sz="3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 err="1">
                <a:solidFill>
                  <a:srgbClr val="FFFFFF"/>
                </a:solidFill>
                <a:latin typeface="Calibri"/>
                <a:cs typeface="Calibri"/>
              </a:rPr>
              <a:t>bem</a:t>
            </a:r>
            <a:r>
              <a:rPr sz="3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 err="1">
                <a:solidFill>
                  <a:srgbClr val="FFFFFF"/>
                </a:solidFill>
                <a:latin typeface="Calibri"/>
                <a:cs typeface="Calibri"/>
              </a:rPr>
              <a:t>vindo</a:t>
            </a:r>
            <a:r>
              <a:rPr sz="3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Calibri"/>
                <a:cs typeface="Calibri"/>
              </a:rPr>
              <a:t>(a</a:t>
            </a:r>
            <a: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b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</a:br>
            <a:b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</a:br>
            <a:r>
              <a:rPr lang="pt-BR" sz="3200" spc="-25" dirty="0">
                <a:solidFill>
                  <a:srgbClr val="FFFFFF"/>
                </a:solidFill>
                <a:latin typeface="Calibri"/>
                <a:cs typeface="Calibri"/>
              </a:rPr>
              <a:t>Emelly Nachbal</a:t>
            </a:r>
            <a:endParaRPr lang="pt-BR" sz="3000" spc="-25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Organograma</a:t>
            </a:r>
            <a:r>
              <a:rPr spc="-95"/>
              <a:t> </a:t>
            </a:r>
            <a:r>
              <a:t>de</a:t>
            </a:r>
            <a:r>
              <a:rPr spc="-55"/>
              <a:t> </a:t>
            </a:r>
            <a:r>
              <a:rPr spc="-25"/>
              <a:t>TI</a:t>
            </a: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grpSp>
        <p:nvGrpSpPr>
          <p:cNvPr id="24" name="object 2">
            <a:extLst>
              <a:ext uri="{FF2B5EF4-FFF2-40B4-BE49-F238E27FC236}">
                <a16:creationId xmlns:a16="http://schemas.microsoft.com/office/drawing/2014/main" id="{FFCCFBBB-8392-2CCA-CDF9-1E442092B9FA}"/>
              </a:ext>
            </a:extLst>
          </p:cNvPr>
          <p:cNvGrpSpPr/>
          <p:nvPr/>
        </p:nvGrpSpPr>
        <p:grpSpPr>
          <a:xfrm>
            <a:off x="3256382" y="3220341"/>
            <a:ext cx="1701164" cy="527685"/>
            <a:chOff x="5055108" y="3532666"/>
            <a:chExt cx="1701164" cy="527685"/>
          </a:xfrm>
        </p:grpSpPr>
        <p:pic>
          <p:nvPicPr>
            <p:cNvPr id="25" name="object 3">
              <a:extLst>
                <a:ext uri="{FF2B5EF4-FFF2-40B4-BE49-F238E27FC236}">
                  <a16:creationId xmlns:a16="http://schemas.microsoft.com/office/drawing/2014/main" id="{535D2AF3-C534-964F-5731-F0126CEC63A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5108" y="3532666"/>
              <a:ext cx="1700784" cy="527268"/>
            </a:xfrm>
            <a:prstGeom prst="rect">
              <a:avLst/>
            </a:prstGeom>
          </p:spPr>
        </p:pic>
        <p:pic>
          <p:nvPicPr>
            <p:cNvPr id="26" name="object 4">
              <a:extLst>
                <a:ext uri="{FF2B5EF4-FFF2-40B4-BE49-F238E27FC236}">
                  <a16:creationId xmlns:a16="http://schemas.microsoft.com/office/drawing/2014/main" id="{99E68F6B-82D2-B1C5-5619-2FC5B797BB2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3208" y="3544823"/>
              <a:ext cx="1629156" cy="461771"/>
            </a:xfrm>
            <a:prstGeom prst="rect">
              <a:avLst/>
            </a:prstGeom>
          </p:spPr>
        </p:pic>
        <p:sp>
          <p:nvSpPr>
            <p:cNvPr id="27" name="object 5">
              <a:extLst>
                <a:ext uri="{FF2B5EF4-FFF2-40B4-BE49-F238E27FC236}">
                  <a16:creationId xmlns:a16="http://schemas.microsoft.com/office/drawing/2014/main" id="{42E47403-D771-D545-C7CA-416BBD6C55A1}"/>
                </a:ext>
              </a:extLst>
            </p:cNvPr>
            <p:cNvSpPr/>
            <p:nvPr/>
          </p:nvSpPr>
          <p:spPr>
            <a:xfrm>
              <a:off x="5093208" y="354482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5" y="46989"/>
                  </a:lnTo>
                  <a:lnTo>
                    <a:pt x="22478" y="22478"/>
                  </a:lnTo>
                  <a:lnTo>
                    <a:pt x="46989" y="6096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6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1" y="76834"/>
                  </a:lnTo>
                  <a:lnTo>
                    <a:pt x="1628901" y="384428"/>
                  </a:lnTo>
                  <a:lnTo>
                    <a:pt x="1622806" y="414274"/>
                  </a:lnTo>
                  <a:lnTo>
                    <a:pt x="1606422" y="438784"/>
                  </a:lnTo>
                  <a:lnTo>
                    <a:pt x="1581912" y="455168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8"/>
                  </a:lnTo>
                  <a:lnTo>
                    <a:pt x="22478" y="438784"/>
                  </a:lnTo>
                  <a:lnTo>
                    <a:pt x="6095" y="414274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6">
            <a:extLst>
              <a:ext uri="{FF2B5EF4-FFF2-40B4-BE49-F238E27FC236}">
                <a16:creationId xmlns:a16="http://schemas.microsoft.com/office/drawing/2014/main" id="{9DABF232-1A39-081B-1234-F556590ECC0B}"/>
              </a:ext>
            </a:extLst>
          </p:cNvPr>
          <p:cNvGrpSpPr/>
          <p:nvPr/>
        </p:nvGrpSpPr>
        <p:grpSpPr>
          <a:xfrm>
            <a:off x="4106964" y="4154546"/>
            <a:ext cx="1701164" cy="527685"/>
            <a:chOff x="5105400" y="4454687"/>
            <a:chExt cx="1701164" cy="527685"/>
          </a:xfrm>
        </p:grpSpPr>
        <p:pic>
          <p:nvPicPr>
            <p:cNvPr id="30" name="object 7">
              <a:extLst>
                <a:ext uri="{FF2B5EF4-FFF2-40B4-BE49-F238E27FC236}">
                  <a16:creationId xmlns:a16="http://schemas.microsoft.com/office/drawing/2014/main" id="{2CDEAAD6-B46C-7E09-9ABC-8AE5EF9CA04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5400" y="4454687"/>
              <a:ext cx="1700783" cy="527268"/>
            </a:xfrm>
            <a:prstGeom prst="rect">
              <a:avLst/>
            </a:prstGeom>
          </p:spPr>
        </p:pic>
        <p:pic>
          <p:nvPicPr>
            <p:cNvPr id="33" name="object 8">
              <a:extLst>
                <a:ext uri="{FF2B5EF4-FFF2-40B4-BE49-F238E27FC236}">
                  <a16:creationId xmlns:a16="http://schemas.microsoft.com/office/drawing/2014/main" id="{98F16CA9-4730-F666-B6DE-16ABF647443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3500" y="4466843"/>
              <a:ext cx="1629155" cy="461771"/>
            </a:xfrm>
            <a:prstGeom prst="rect">
              <a:avLst/>
            </a:prstGeom>
          </p:spPr>
        </p:pic>
        <p:sp>
          <p:nvSpPr>
            <p:cNvPr id="55" name="object 9">
              <a:extLst>
                <a:ext uri="{FF2B5EF4-FFF2-40B4-BE49-F238E27FC236}">
                  <a16:creationId xmlns:a16="http://schemas.microsoft.com/office/drawing/2014/main" id="{59325567-6DE6-489B-6E88-F87901657746}"/>
                </a:ext>
              </a:extLst>
            </p:cNvPr>
            <p:cNvSpPr/>
            <p:nvPr/>
          </p:nvSpPr>
          <p:spPr>
            <a:xfrm>
              <a:off x="5143500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1" y="6095"/>
                  </a:lnTo>
                  <a:lnTo>
                    <a:pt x="1606423" y="22478"/>
                  </a:lnTo>
                  <a:lnTo>
                    <a:pt x="1622805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5" y="414273"/>
                  </a:lnTo>
                  <a:lnTo>
                    <a:pt x="1606423" y="438784"/>
                  </a:lnTo>
                  <a:lnTo>
                    <a:pt x="1581911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10">
            <a:extLst>
              <a:ext uri="{FF2B5EF4-FFF2-40B4-BE49-F238E27FC236}">
                <a16:creationId xmlns:a16="http://schemas.microsoft.com/office/drawing/2014/main" id="{DAD79035-5B51-C47D-A3BC-978637A1A748}"/>
              </a:ext>
            </a:extLst>
          </p:cNvPr>
          <p:cNvGrpSpPr/>
          <p:nvPr/>
        </p:nvGrpSpPr>
        <p:grpSpPr>
          <a:xfrm>
            <a:off x="2250731" y="4154546"/>
            <a:ext cx="1701164" cy="527685"/>
            <a:chOff x="3249167" y="4454687"/>
            <a:chExt cx="1701164" cy="527685"/>
          </a:xfrm>
        </p:grpSpPr>
        <p:pic>
          <p:nvPicPr>
            <p:cNvPr id="57" name="object 11">
              <a:extLst>
                <a:ext uri="{FF2B5EF4-FFF2-40B4-BE49-F238E27FC236}">
                  <a16:creationId xmlns:a16="http://schemas.microsoft.com/office/drawing/2014/main" id="{9A10626D-EFBA-DBC5-806E-8A757A3F655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9167" y="4454687"/>
              <a:ext cx="1700783" cy="527268"/>
            </a:xfrm>
            <a:prstGeom prst="rect">
              <a:avLst/>
            </a:prstGeom>
          </p:spPr>
        </p:pic>
        <p:pic>
          <p:nvPicPr>
            <p:cNvPr id="58" name="object 12">
              <a:extLst>
                <a:ext uri="{FF2B5EF4-FFF2-40B4-BE49-F238E27FC236}">
                  <a16:creationId xmlns:a16="http://schemas.microsoft.com/office/drawing/2014/main" id="{32C15A94-D7A9-EA42-7C36-701307FFAD2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87267" y="4466843"/>
              <a:ext cx="1629156" cy="461771"/>
            </a:xfrm>
            <a:prstGeom prst="rect">
              <a:avLst/>
            </a:prstGeom>
          </p:spPr>
        </p:pic>
        <p:sp>
          <p:nvSpPr>
            <p:cNvPr id="64" name="object 13">
              <a:extLst>
                <a:ext uri="{FF2B5EF4-FFF2-40B4-BE49-F238E27FC236}">
                  <a16:creationId xmlns:a16="http://schemas.microsoft.com/office/drawing/2014/main" id="{A433EB25-CE52-BB3C-8DA4-0883D40A5021}"/>
                </a:ext>
              </a:extLst>
            </p:cNvPr>
            <p:cNvSpPr/>
            <p:nvPr/>
          </p:nvSpPr>
          <p:spPr>
            <a:xfrm>
              <a:off x="3287267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10" h="461645">
                  <a:moveTo>
                    <a:pt x="0" y="76834"/>
                  </a:moveTo>
                  <a:lnTo>
                    <a:pt x="6096" y="46989"/>
                  </a:lnTo>
                  <a:lnTo>
                    <a:pt x="22479" y="22478"/>
                  </a:lnTo>
                  <a:lnTo>
                    <a:pt x="46990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2" y="6095"/>
                  </a:lnTo>
                  <a:lnTo>
                    <a:pt x="1606423" y="22478"/>
                  </a:lnTo>
                  <a:lnTo>
                    <a:pt x="1622806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6" y="414273"/>
                  </a:lnTo>
                  <a:lnTo>
                    <a:pt x="1606423" y="438784"/>
                  </a:lnTo>
                  <a:lnTo>
                    <a:pt x="1581912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90" y="455167"/>
                  </a:lnTo>
                  <a:lnTo>
                    <a:pt x="22479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14">
            <a:extLst>
              <a:ext uri="{FF2B5EF4-FFF2-40B4-BE49-F238E27FC236}">
                <a16:creationId xmlns:a16="http://schemas.microsoft.com/office/drawing/2014/main" id="{D7FB809C-6EB5-1AEF-707A-08721E04D73F}"/>
              </a:ext>
            </a:extLst>
          </p:cNvPr>
          <p:cNvSpPr/>
          <p:nvPr/>
        </p:nvSpPr>
        <p:spPr>
          <a:xfrm>
            <a:off x="4003711" y="3704956"/>
            <a:ext cx="76200" cy="693390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38"/>
                </a:moveTo>
                <a:lnTo>
                  <a:pt x="44450" y="385038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38"/>
                </a:lnTo>
                <a:lnTo>
                  <a:pt x="0" y="385038"/>
                </a:lnTo>
                <a:lnTo>
                  <a:pt x="38100" y="461238"/>
                </a:lnTo>
                <a:lnTo>
                  <a:pt x="69850" y="397738"/>
                </a:lnTo>
                <a:lnTo>
                  <a:pt x="76200" y="3850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18">
            <a:extLst>
              <a:ext uri="{FF2B5EF4-FFF2-40B4-BE49-F238E27FC236}">
                <a16:creationId xmlns:a16="http://schemas.microsoft.com/office/drawing/2014/main" id="{A68BA049-20D1-CC06-9781-957B62956DAC}"/>
              </a:ext>
            </a:extLst>
          </p:cNvPr>
          <p:cNvGrpSpPr/>
          <p:nvPr/>
        </p:nvGrpSpPr>
        <p:grpSpPr>
          <a:xfrm>
            <a:off x="3116710" y="2290527"/>
            <a:ext cx="2018062" cy="527268"/>
            <a:chOff x="5049011" y="2583214"/>
            <a:chExt cx="1700784" cy="527268"/>
          </a:xfrm>
        </p:grpSpPr>
        <p:pic>
          <p:nvPicPr>
            <p:cNvPr id="70" name="object 19">
              <a:extLst>
                <a:ext uri="{FF2B5EF4-FFF2-40B4-BE49-F238E27FC236}">
                  <a16:creationId xmlns:a16="http://schemas.microsoft.com/office/drawing/2014/main" id="{88F99BFB-4E11-A49A-35B3-AB48D4A54DF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9011" y="2583214"/>
              <a:ext cx="1700784" cy="527268"/>
            </a:xfrm>
            <a:prstGeom prst="rect">
              <a:avLst/>
            </a:prstGeom>
          </p:spPr>
        </p:pic>
        <p:pic>
          <p:nvPicPr>
            <p:cNvPr id="71" name="object 20">
              <a:extLst>
                <a:ext uri="{FF2B5EF4-FFF2-40B4-BE49-F238E27FC236}">
                  <a16:creationId xmlns:a16="http://schemas.microsoft.com/office/drawing/2014/main" id="{E3130B75-0986-FD44-367C-566A5A1823C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7111" y="2595371"/>
              <a:ext cx="1629156" cy="461772"/>
            </a:xfrm>
            <a:prstGeom prst="rect">
              <a:avLst/>
            </a:prstGeom>
          </p:spPr>
        </p:pic>
        <p:sp>
          <p:nvSpPr>
            <p:cNvPr id="74" name="object 21">
              <a:extLst>
                <a:ext uri="{FF2B5EF4-FFF2-40B4-BE49-F238E27FC236}">
                  <a16:creationId xmlns:a16="http://schemas.microsoft.com/office/drawing/2014/main" id="{159BAF51-84E8-49BA-5012-B60888C08983}"/>
                </a:ext>
              </a:extLst>
            </p:cNvPr>
            <p:cNvSpPr/>
            <p:nvPr/>
          </p:nvSpPr>
          <p:spPr>
            <a:xfrm>
              <a:off x="5087111" y="2595371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4">
                  <a:moveTo>
                    <a:pt x="0" y="76835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5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2" y="76835"/>
                  </a:lnTo>
                  <a:lnTo>
                    <a:pt x="1628902" y="384428"/>
                  </a:lnTo>
                  <a:lnTo>
                    <a:pt x="1622806" y="414274"/>
                  </a:lnTo>
                  <a:lnTo>
                    <a:pt x="1606422" y="438785"/>
                  </a:lnTo>
                  <a:lnTo>
                    <a:pt x="1581912" y="455167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5"/>
                  </a:lnTo>
                  <a:lnTo>
                    <a:pt x="6096" y="414274"/>
                  </a:lnTo>
                  <a:lnTo>
                    <a:pt x="0" y="384428"/>
                  </a:lnTo>
                  <a:lnTo>
                    <a:pt x="0" y="76835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23">
            <a:extLst>
              <a:ext uri="{FF2B5EF4-FFF2-40B4-BE49-F238E27FC236}">
                <a16:creationId xmlns:a16="http://schemas.microsoft.com/office/drawing/2014/main" id="{F46B0854-2245-20AB-E784-8F297BC9EC6B}"/>
              </a:ext>
            </a:extLst>
          </p:cNvPr>
          <p:cNvSpPr txBox="1"/>
          <p:nvPr/>
        </p:nvSpPr>
        <p:spPr>
          <a:xfrm>
            <a:off x="3171144" y="2335929"/>
            <a:ext cx="191776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Renato</a:t>
            </a:r>
            <a:r>
              <a:rPr sz="1200" b="1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Constancio</a:t>
            </a:r>
            <a:endParaRPr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i="1" dirty="0" err="1">
                <a:solidFill>
                  <a:srgbClr val="001F5F"/>
                </a:solidFill>
                <a:latin typeface="Arial"/>
                <a:cs typeface="Arial"/>
              </a:rPr>
              <a:t>Gerente</a:t>
            </a: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 Operacional</a:t>
            </a:r>
            <a:r>
              <a:rPr sz="1200" i="1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 dirty="0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6" name="object 32">
            <a:extLst>
              <a:ext uri="{FF2B5EF4-FFF2-40B4-BE49-F238E27FC236}">
                <a16:creationId xmlns:a16="http://schemas.microsoft.com/office/drawing/2014/main" id="{D32EE31F-C24B-4183-44DB-408148D56B63}"/>
              </a:ext>
            </a:extLst>
          </p:cNvPr>
          <p:cNvSpPr txBox="1"/>
          <p:nvPr/>
        </p:nvSpPr>
        <p:spPr>
          <a:xfrm>
            <a:off x="3459074" y="3267042"/>
            <a:ext cx="1354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algn="ctr">
              <a:lnSpc>
                <a:spcPct val="100000"/>
              </a:lnSpc>
              <a:spcBef>
                <a:spcPts val="100"/>
              </a:spcBef>
            </a:pP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Marco</a:t>
            </a:r>
            <a:r>
              <a:rPr sz="1200" b="1" u="sng" spc="-4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Borges</a:t>
            </a:r>
            <a:endParaRPr lang="pt-BR" sz="1200" b="1" u="sng" spc="-1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Coordenador</a:t>
            </a:r>
            <a:r>
              <a:rPr sz="1200" i="1" spc="-2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25">
                <a:solidFill>
                  <a:srgbClr val="001F5F"/>
                </a:solidFill>
                <a:latin typeface="Arial"/>
                <a:cs typeface="Arial"/>
              </a:rPr>
              <a:t> 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77" name="object 34">
            <a:extLst>
              <a:ext uri="{FF2B5EF4-FFF2-40B4-BE49-F238E27FC236}">
                <a16:creationId xmlns:a16="http://schemas.microsoft.com/office/drawing/2014/main" id="{ABB1CF7D-D002-50F8-C417-65C67646AB95}"/>
              </a:ext>
            </a:extLst>
          </p:cNvPr>
          <p:cNvSpPr txBox="1"/>
          <p:nvPr/>
        </p:nvSpPr>
        <p:spPr>
          <a:xfrm>
            <a:off x="2653262" y="4206446"/>
            <a:ext cx="94322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Kayky</a:t>
            </a:r>
            <a:r>
              <a:rPr sz="1200" b="1" u="sng" spc="-9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Silva</a:t>
            </a:r>
            <a:endParaRPr lang="pt-BR" sz="1200" b="1" u="sng" spc="-1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65405" algn="ctr">
              <a:lnSpc>
                <a:spcPct val="100000"/>
              </a:lnSpc>
              <a:spcBef>
                <a:spcPts val="5"/>
              </a:spcBef>
            </a:pP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Auxiliar</a:t>
            </a:r>
            <a:r>
              <a:rPr sz="1200" i="1" spc="-3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6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25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78" name="object 36">
            <a:extLst>
              <a:ext uri="{FF2B5EF4-FFF2-40B4-BE49-F238E27FC236}">
                <a16:creationId xmlns:a16="http://schemas.microsoft.com/office/drawing/2014/main" id="{61917B7A-A6E7-32DA-3EEF-14F4A4485E59}"/>
              </a:ext>
            </a:extLst>
          </p:cNvPr>
          <p:cNvSpPr txBox="1"/>
          <p:nvPr/>
        </p:nvSpPr>
        <p:spPr>
          <a:xfrm>
            <a:off x="4184687" y="4162892"/>
            <a:ext cx="1539495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Vitor</a:t>
            </a:r>
            <a:r>
              <a:rPr sz="1200" b="1" u="sng" spc="-7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Silva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i="1" spc="-10">
                <a:solidFill>
                  <a:srgbClr val="001F5F"/>
                </a:solidFill>
                <a:latin typeface="Arial"/>
                <a:cs typeface="Arial"/>
              </a:rPr>
              <a:t>Analista</a:t>
            </a:r>
            <a:r>
              <a:rPr sz="1100" i="1" spc="-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1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lang="pt-BR" sz="1100" i="1" spc="-10">
                <a:solidFill>
                  <a:srgbClr val="001F5F"/>
                </a:solidFill>
                <a:latin typeface="Arial"/>
                <a:cs typeface="Arial"/>
              </a:rPr>
              <a:t>Infraestrutura</a:t>
            </a:r>
            <a:endParaRPr sz="1100">
              <a:latin typeface="Arial"/>
              <a:cs typeface="Arial"/>
            </a:endParaRPr>
          </a:p>
        </p:txBody>
      </p:sp>
      <p:sp>
        <p:nvSpPr>
          <p:cNvPr id="79" name="object 37">
            <a:extLst>
              <a:ext uri="{FF2B5EF4-FFF2-40B4-BE49-F238E27FC236}">
                <a16:creationId xmlns:a16="http://schemas.microsoft.com/office/drawing/2014/main" id="{D297FA97-E3BB-8A1F-FDBF-04BFACE509AD}"/>
              </a:ext>
            </a:extLst>
          </p:cNvPr>
          <p:cNvSpPr/>
          <p:nvPr/>
        </p:nvSpPr>
        <p:spPr>
          <a:xfrm>
            <a:off x="3917987" y="439835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0" name="object 38">
            <a:extLst>
              <a:ext uri="{FF2B5EF4-FFF2-40B4-BE49-F238E27FC236}">
                <a16:creationId xmlns:a16="http://schemas.microsoft.com/office/drawing/2014/main" id="{66BBFA0B-33EE-D08E-AD48-9A1C1F65F747}"/>
              </a:ext>
            </a:extLst>
          </p:cNvPr>
          <p:cNvGrpSpPr/>
          <p:nvPr/>
        </p:nvGrpSpPr>
        <p:grpSpPr>
          <a:xfrm>
            <a:off x="5771171" y="4154546"/>
            <a:ext cx="1891664" cy="527685"/>
            <a:chOff x="6769607" y="4454687"/>
            <a:chExt cx="1891664" cy="527685"/>
          </a:xfrm>
        </p:grpSpPr>
        <p:pic>
          <p:nvPicPr>
            <p:cNvPr id="81" name="object 39">
              <a:extLst>
                <a:ext uri="{FF2B5EF4-FFF2-40B4-BE49-F238E27FC236}">
                  <a16:creationId xmlns:a16="http://schemas.microsoft.com/office/drawing/2014/main" id="{D700FF1E-B0E8-3D18-4382-0C375866748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0107" y="4454687"/>
              <a:ext cx="1700783" cy="527268"/>
            </a:xfrm>
            <a:prstGeom prst="rect">
              <a:avLst/>
            </a:prstGeom>
          </p:spPr>
        </p:pic>
        <p:pic>
          <p:nvPicPr>
            <p:cNvPr id="82" name="object 40">
              <a:extLst>
                <a:ext uri="{FF2B5EF4-FFF2-40B4-BE49-F238E27FC236}">
                  <a16:creationId xmlns:a16="http://schemas.microsoft.com/office/drawing/2014/main" id="{8E7DC739-CC27-1EA4-DE04-F68F1B310DB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98207" y="4466843"/>
              <a:ext cx="1629155" cy="461771"/>
            </a:xfrm>
            <a:prstGeom prst="rect">
              <a:avLst/>
            </a:prstGeom>
          </p:spPr>
        </p:pic>
        <p:sp>
          <p:nvSpPr>
            <p:cNvPr id="83" name="object 41">
              <a:extLst>
                <a:ext uri="{FF2B5EF4-FFF2-40B4-BE49-F238E27FC236}">
                  <a16:creationId xmlns:a16="http://schemas.microsoft.com/office/drawing/2014/main" id="{9B36EAE2-6770-F573-19E0-968D5772DFC0}"/>
                </a:ext>
              </a:extLst>
            </p:cNvPr>
            <p:cNvSpPr/>
            <p:nvPr/>
          </p:nvSpPr>
          <p:spPr>
            <a:xfrm>
              <a:off x="6998207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90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2" y="6095"/>
                  </a:lnTo>
                  <a:lnTo>
                    <a:pt x="1606423" y="22478"/>
                  </a:lnTo>
                  <a:lnTo>
                    <a:pt x="1622806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6" y="414273"/>
                  </a:lnTo>
                  <a:lnTo>
                    <a:pt x="1606423" y="438784"/>
                  </a:lnTo>
                  <a:lnTo>
                    <a:pt x="1581912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90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42">
              <a:extLst>
                <a:ext uri="{FF2B5EF4-FFF2-40B4-BE49-F238E27FC236}">
                  <a16:creationId xmlns:a16="http://schemas.microsoft.com/office/drawing/2014/main" id="{A8209FE1-8363-69CB-27BA-C08C50BCA1E6}"/>
                </a:ext>
              </a:extLst>
            </p:cNvPr>
            <p:cNvSpPr/>
            <p:nvPr/>
          </p:nvSpPr>
          <p:spPr>
            <a:xfrm>
              <a:off x="6769607" y="4698491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21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5" name="object 36">
            <a:extLst>
              <a:ext uri="{FF2B5EF4-FFF2-40B4-BE49-F238E27FC236}">
                <a16:creationId xmlns:a16="http://schemas.microsoft.com/office/drawing/2014/main" id="{853D348E-F05C-D0C8-D0B4-EBDE9D9C4F5B}"/>
              </a:ext>
            </a:extLst>
          </p:cNvPr>
          <p:cNvSpPr txBox="1"/>
          <p:nvPr/>
        </p:nvSpPr>
        <p:spPr>
          <a:xfrm>
            <a:off x="6153695" y="4216549"/>
            <a:ext cx="138226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Leandro Pinto</a:t>
            </a: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Analista</a:t>
            </a:r>
            <a:r>
              <a:rPr sz="1200" i="1" spc="-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Suporte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6" name="object 6">
            <a:extLst>
              <a:ext uri="{FF2B5EF4-FFF2-40B4-BE49-F238E27FC236}">
                <a16:creationId xmlns:a16="http://schemas.microsoft.com/office/drawing/2014/main" id="{B7D9B385-BA07-4E90-8BCD-5DC48A2D0B50}"/>
              </a:ext>
            </a:extLst>
          </p:cNvPr>
          <p:cNvGrpSpPr/>
          <p:nvPr/>
        </p:nvGrpSpPr>
        <p:grpSpPr>
          <a:xfrm>
            <a:off x="395833" y="4154546"/>
            <a:ext cx="1701164" cy="527685"/>
            <a:chOff x="5105400" y="4454687"/>
            <a:chExt cx="1701164" cy="527685"/>
          </a:xfrm>
        </p:grpSpPr>
        <p:pic>
          <p:nvPicPr>
            <p:cNvPr id="87" name="object 7">
              <a:extLst>
                <a:ext uri="{FF2B5EF4-FFF2-40B4-BE49-F238E27FC236}">
                  <a16:creationId xmlns:a16="http://schemas.microsoft.com/office/drawing/2014/main" id="{CBC8A296-C2CB-8174-C0CB-1D382E97D3E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5400" y="4454687"/>
              <a:ext cx="1700783" cy="527268"/>
            </a:xfrm>
            <a:prstGeom prst="rect">
              <a:avLst/>
            </a:prstGeom>
          </p:spPr>
        </p:pic>
        <p:pic>
          <p:nvPicPr>
            <p:cNvPr id="88" name="object 8">
              <a:extLst>
                <a:ext uri="{FF2B5EF4-FFF2-40B4-BE49-F238E27FC236}">
                  <a16:creationId xmlns:a16="http://schemas.microsoft.com/office/drawing/2014/main" id="{03BD01B1-FAA5-8B86-A0D7-CC990E9F91B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3500" y="4466843"/>
              <a:ext cx="1629155" cy="461771"/>
            </a:xfrm>
            <a:prstGeom prst="rect">
              <a:avLst/>
            </a:prstGeom>
          </p:spPr>
        </p:pic>
        <p:sp>
          <p:nvSpPr>
            <p:cNvPr id="89" name="object 9">
              <a:extLst>
                <a:ext uri="{FF2B5EF4-FFF2-40B4-BE49-F238E27FC236}">
                  <a16:creationId xmlns:a16="http://schemas.microsoft.com/office/drawing/2014/main" id="{4E8B3694-AB55-7399-9079-8FB01A622D8E}"/>
                </a:ext>
              </a:extLst>
            </p:cNvPr>
            <p:cNvSpPr/>
            <p:nvPr/>
          </p:nvSpPr>
          <p:spPr>
            <a:xfrm>
              <a:off x="5143500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1" y="6095"/>
                  </a:lnTo>
                  <a:lnTo>
                    <a:pt x="1606423" y="22478"/>
                  </a:lnTo>
                  <a:lnTo>
                    <a:pt x="1622805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5" y="414273"/>
                  </a:lnTo>
                  <a:lnTo>
                    <a:pt x="1606423" y="438784"/>
                  </a:lnTo>
                  <a:lnTo>
                    <a:pt x="1581911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36">
            <a:extLst>
              <a:ext uri="{FF2B5EF4-FFF2-40B4-BE49-F238E27FC236}">
                <a16:creationId xmlns:a16="http://schemas.microsoft.com/office/drawing/2014/main" id="{7D501EC8-2AEA-ACD6-FCC2-D3C730E9945C}"/>
              </a:ext>
            </a:extLst>
          </p:cNvPr>
          <p:cNvSpPr txBox="1"/>
          <p:nvPr/>
        </p:nvSpPr>
        <p:spPr>
          <a:xfrm>
            <a:off x="473556" y="4162892"/>
            <a:ext cx="1539495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Ricardo Mazzo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lang="pt-BR" sz="1100" i="1" spc="-10">
                <a:solidFill>
                  <a:srgbClr val="001F5F"/>
                </a:solidFill>
                <a:latin typeface="Arial"/>
                <a:cs typeface="Arial"/>
              </a:rPr>
              <a:t>Jovem Aprendiz</a:t>
            </a:r>
            <a:endParaRPr sz="1100">
              <a:latin typeface="Arial"/>
              <a:cs typeface="Arial"/>
            </a:endParaRPr>
          </a:p>
        </p:txBody>
      </p:sp>
      <p:sp>
        <p:nvSpPr>
          <p:cNvPr id="91" name="object 37">
            <a:extLst>
              <a:ext uri="{FF2B5EF4-FFF2-40B4-BE49-F238E27FC236}">
                <a16:creationId xmlns:a16="http://schemas.microsoft.com/office/drawing/2014/main" id="{2906D1F7-1E0B-754B-C394-CC112215A6F6}"/>
              </a:ext>
            </a:extLst>
          </p:cNvPr>
          <p:cNvSpPr/>
          <p:nvPr/>
        </p:nvSpPr>
        <p:spPr>
          <a:xfrm>
            <a:off x="2060231" y="439835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2" name="object 18">
            <a:extLst>
              <a:ext uri="{FF2B5EF4-FFF2-40B4-BE49-F238E27FC236}">
                <a16:creationId xmlns:a16="http://schemas.microsoft.com/office/drawing/2014/main" id="{4A61907B-18AB-FDA3-0A48-20D33278D837}"/>
              </a:ext>
            </a:extLst>
          </p:cNvPr>
          <p:cNvGrpSpPr/>
          <p:nvPr/>
        </p:nvGrpSpPr>
        <p:grpSpPr>
          <a:xfrm>
            <a:off x="5685252" y="1592154"/>
            <a:ext cx="1917767" cy="527268"/>
            <a:chOff x="5049011" y="2583214"/>
            <a:chExt cx="1700784" cy="527268"/>
          </a:xfrm>
        </p:grpSpPr>
        <p:pic>
          <p:nvPicPr>
            <p:cNvPr id="93" name="object 19">
              <a:extLst>
                <a:ext uri="{FF2B5EF4-FFF2-40B4-BE49-F238E27FC236}">
                  <a16:creationId xmlns:a16="http://schemas.microsoft.com/office/drawing/2014/main" id="{112F5E7A-A235-3729-9698-392869E784A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9011" y="2583214"/>
              <a:ext cx="1700784" cy="527268"/>
            </a:xfrm>
            <a:prstGeom prst="rect">
              <a:avLst/>
            </a:prstGeom>
          </p:spPr>
        </p:pic>
        <p:pic>
          <p:nvPicPr>
            <p:cNvPr id="94" name="object 20">
              <a:extLst>
                <a:ext uri="{FF2B5EF4-FFF2-40B4-BE49-F238E27FC236}">
                  <a16:creationId xmlns:a16="http://schemas.microsoft.com/office/drawing/2014/main" id="{FDAFE8D2-4A86-DD44-4B93-F4FF7F9874B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7111" y="2595371"/>
              <a:ext cx="1629156" cy="461772"/>
            </a:xfrm>
            <a:prstGeom prst="rect">
              <a:avLst/>
            </a:prstGeom>
          </p:spPr>
        </p:pic>
        <p:sp>
          <p:nvSpPr>
            <p:cNvPr id="95" name="object 21">
              <a:extLst>
                <a:ext uri="{FF2B5EF4-FFF2-40B4-BE49-F238E27FC236}">
                  <a16:creationId xmlns:a16="http://schemas.microsoft.com/office/drawing/2014/main" id="{0BA63764-A0BC-A731-7874-9560A53F5CFA}"/>
                </a:ext>
              </a:extLst>
            </p:cNvPr>
            <p:cNvSpPr/>
            <p:nvPr/>
          </p:nvSpPr>
          <p:spPr>
            <a:xfrm>
              <a:off x="5087111" y="2595371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4">
                  <a:moveTo>
                    <a:pt x="0" y="76835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5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2" y="76835"/>
                  </a:lnTo>
                  <a:lnTo>
                    <a:pt x="1628902" y="384428"/>
                  </a:lnTo>
                  <a:lnTo>
                    <a:pt x="1622806" y="414274"/>
                  </a:lnTo>
                  <a:lnTo>
                    <a:pt x="1606422" y="438785"/>
                  </a:lnTo>
                  <a:lnTo>
                    <a:pt x="1581912" y="455167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5"/>
                  </a:lnTo>
                  <a:lnTo>
                    <a:pt x="6096" y="414274"/>
                  </a:lnTo>
                  <a:lnTo>
                    <a:pt x="0" y="384428"/>
                  </a:lnTo>
                  <a:lnTo>
                    <a:pt x="0" y="76835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23">
            <a:extLst>
              <a:ext uri="{FF2B5EF4-FFF2-40B4-BE49-F238E27FC236}">
                <a16:creationId xmlns:a16="http://schemas.microsoft.com/office/drawing/2014/main" id="{61276A41-92F5-AD83-F629-D3F6848B7B37}"/>
              </a:ext>
            </a:extLst>
          </p:cNvPr>
          <p:cNvSpPr txBox="1"/>
          <p:nvPr/>
        </p:nvSpPr>
        <p:spPr>
          <a:xfrm>
            <a:off x="5680808" y="1638398"/>
            <a:ext cx="186779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Alexandre Kansbock</a:t>
            </a:r>
            <a:endParaRPr lang="pt-BR"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Diretor </a:t>
            </a: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 dirty="0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97" name="object 33">
            <a:extLst>
              <a:ext uri="{FF2B5EF4-FFF2-40B4-BE49-F238E27FC236}">
                <a16:creationId xmlns:a16="http://schemas.microsoft.com/office/drawing/2014/main" id="{05B522BE-6D44-4D26-C279-81A776E21E33}"/>
              </a:ext>
            </a:extLst>
          </p:cNvPr>
          <p:cNvSpPr/>
          <p:nvPr/>
        </p:nvSpPr>
        <p:spPr>
          <a:xfrm>
            <a:off x="6614704" y="2071861"/>
            <a:ext cx="76200" cy="461645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51"/>
                </a:moveTo>
                <a:lnTo>
                  <a:pt x="44450" y="385051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51"/>
                </a:lnTo>
                <a:lnTo>
                  <a:pt x="0" y="385051"/>
                </a:lnTo>
                <a:lnTo>
                  <a:pt x="38100" y="461251"/>
                </a:lnTo>
                <a:lnTo>
                  <a:pt x="69850" y="397751"/>
                </a:lnTo>
                <a:lnTo>
                  <a:pt x="76200" y="38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8" name="object 18">
            <a:extLst>
              <a:ext uri="{FF2B5EF4-FFF2-40B4-BE49-F238E27FC236}">
                <a16:creationId xmlns:a16="http://schemas.microsoft.com/office/drawing/2014/main" id="{0D62E9F2-6E70-8E19-DA7E-B782617C5664}"/>
              </a:ext>
            </a:extLst>
          </p:cNvPr>
          <p:cNvGrpSpPr/>
          <p:nvPr/>
        </p:nvGrpSpPr>
        <p:grpSpPr>
          <a:xfrm>
            <a:off x="8058635" y="2302684"/>
            <a:ext cx="2018062" cy="527268"/>
            <a:chOff x="5049011" y="2583214"/>
            <a:chExt cx="1700784" cy="527268"/>
          </a:xfrm>
        </p:grpSpPr>
        <p:pic>
          <p:nvPicPr>
            <p:cNvPr id="99" name="object 19">
              <a:extLst>
                <a:ext uri="{FF2B5EF4-FFF2-40B4-BE49-F238E27FC236}">
                  <a16:creationId xmlns:a16="http://schemas.microsoft.com/office/drawing/2014/main" id="{15BDB46E-F8B4-49D6-ED52-6B6373E5972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9011" y="2583214"/>
              <a:ext cx="1700784" cy="527268"/>
            </a:xfrm>
            <a:prstGeom prst="rect">
              <a:avLst/>
            </a:prstGeom>
          </p:spPr>
        </p:pic>
        <p:pic>
          <p:nvPicPr>
            <p:cNvPr id="100" name="object 20">
              <a:extLst>
                <a:ext uri="{FF2B5EF4-FFF2-40B4-BE49-F238E27FC236}">
                  <a16:creationId xmlns:a16="http://schemas.microsoft.com/office/drawing/2014/main" id="{8537CFF9-18C1-6B53-E97D-206A2DF93F8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7111" y="2595371"/>
              <a:ext cx="1629156" cy="461772"/>
            </a:xfrm>
            <a:prstGeom prst="rect">
              <a:avLst/>
            </a:prstGeom>
          </p:spPr>
        </p:pic>
        <p:sp>
          <p:nvSpPr>
            <p:cNvPr id="101" name="object 21">
              <a:extLst>
                <a:ext uri="{FF2B5EF4-FFF2-40B4-BE49-F238E27FC236}">
                  <a16:creationId xmlns:a16="http://schemas.microsoft.com/office/drawing/2014/main" id="{33AEE8B4-F5AB-ED1D-A6E4-80795FE0EEBC}"/>
                </a:ext>
              </a:extLst>
            </p:cNvPr>
            <p:cNvSpPr/>
            <p:nvPr/>
          </p:nvSpPr>
          <p:spPr>
            <a:xfrm>
              <a:off x="5087111" y="2595371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4">
                  <a:moveTo>
                    <a:pt x="0" y="76835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5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2" y="76835"/>
                  </a:lnTo>
                  <a:lnTo>
                    <a:pt x="1628902" y="384428"/>
                  </a:lnTo>
                  <a:lnTo>
                    <a:pt x="1622806" y="414274"/>
                  </a:lnTo>
                  <a:lnTo>
                    <a:pt x="1606422" y="438785"/>
                  </a:lnTo>
                  <a:lnTo>
                    <a:pt x="1581912" y="455167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5"/>
                  </a:lnTo>
                  <a:lnTo>
                    <a:pt x="6096" y="414274"/>
                  </a:lnTo>
                  <a:lnTo>
                    <a:pt x="0" y="384428"/>
                  </a:lnTo>
                  <a:lnTo>
                    <a:pt x="0" y="76835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23">
            <a:extLst>
              <a:ext uri="{FF2B5EF4-FFF2-40B4-BE49-F238E27FC236}">
                <a16:creationId xmlns:a16="http://schemas.microsoft.com/office/drawing/2014/main" id="{12529544-FBB2-F9F4-D899-5F17CF1A0B90}"/>
              </a:ext>
            </a:extLst>
          </p:cNvPr>
          <p:cNvSpPr txBox="1"/>
          <p:nvPr/>
        </p:nvSpPr>
        <p:spPr>
          <a:xfrm>
            <a:off x="8113069" y="2348086"/>
            <a:ext cx="191776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Leandro Rafael</a:t>
            </a:r>
            <a:endParaRPr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Gerente</a:t>
            </a: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 Corporativo PMO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103" name="object 2">
            <a:extLst>
              <a:ext uri="{FF2B5EF4-FFF2-40B4-BE49-F238E27FC236}">
                <a16:creationId xmlns:a16="http://schemas.microsoft.com/office/drawing/2014/main" id="{5BDAF4AF-32B8-AAA2-9F61-90ADD947D825}"/>
              </a:ext>
            </a:extLst>
          </p:cNvPr>
          <p:cNvGrpSpPr/>
          <p:nvPr/>
        </p:nvGrpSpPr>
        <p:grpSpPr>
          <a:xfrm>
            <a:off x="1359779" y="3175714"/>
            <a:ext cx="1701164" cy="727498"/>
            <a:chOff x="5055108" y="3532666"/>
            <a:chExt cx="1701164" cy="527685"/>
          </a:xfrm>
        </p:grpSpPr>
        <p:pic>
          <p:nvPicPr>
            <p:cNvPr id="104" name="object 3">
              <a:extLst>
                <a:ext uri="{FF2B5EF4-FFF2-40B4-BE49-F238E27FC236}">
                  <a16:creationId xmlns:a16="http://schemas.microsoft.com/office/drawing/2014/main" id="{879126D4-3716-AACF-F807-B755308799F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5108" y="3532666"/>
              <a:ext cx="1700784" cy="527268"/>
            </a:xfrm>
            <a:prstGeom prst="rect">
              <a:avLst/>
            </a:prstGeom>
          </p:spPr>
        </p:pic>
        <p:pic>
          <p:nvPicPr>
            <p:cNvPr id="105" name="object 4">
              <a:extLst>
                <a:ext uri="{FF2B5EF4-FFF2-40B4-BE49-F238E27FC236}">
                  <a16:creationId xmlns:a16="http://schemas.microsoft.com/office/drawing/2014/main" id="{7D6A1662-909F-96D7-0420-BCCA104D8DB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3208" y="3544823"/>
              <a:ext cx="1629156" cy="461771"/>
            </a:xfrm>
            <a:prstGeom prst="rect">
              <a:avLst/>
            </a:prstGeom>
          </p:spPr>
        </p:pic>
        <p:sp>
          <p:nvSpPr>
            <p:cNvPr id="106" name="object 5">
              <a:extLst>
                <a:ext uri="{FF2B5EF4-FFF2-40B4-BE49-F238E27FC236}">
                  <a16:creationId xmlns:a16="http://schemas.microsoft.com/office/drawing/2014/main" id="{97BC3FC5-49F6-BA1B-C9F5-4172FD46D89E}"/>
                </a:ext>
              </a:extLst>
            </p:cNvPr>
            <p:cNvSpPr/>
            <p:nvPr/>
          </p:nvSpPr>
          <p:spPr>
            <a:xfrm>
              <a:off x="5093208" y="354482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5" y="46989"/>
                  </a:lnTo>
                  <a:lnTo>
                    <a:pt x="22478" y="22478"/>
                  </a:lnTo>
                  <a:lnTo>
                    <a:pt x="46989" y="6096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6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1" y="76834"/>
                  </a:lnTo>
                  <a:lnTo>
                    <a:pt x="1628901" y="384428"/>
                  </a:lnTo>
                  <a:lnTo>
                    <a:pt x="1622806" y="414274"/>
                  </a:lnTo>
                  <a:lnTo>
                    <a:pt x="1606422" y="438784"/>
                  </a:lnTo>
                  <a:lnTo>
                    <a:pt x="1581912" y="455168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8"/>
                  </a:lnTo>
                  <a:lnTo>
                    <a:pt x="22478" y="438784"/>
                  </a:lnTo>
                  <a:lnTo>
                    <a:pt x="6095" y="414274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32">
            <a:extLst>
              <a:ext uri="{FF2B5EF4-FFF2-40B4-BE49-F238E27FC236}">
                <a16:creationId xmlns:a16="http://schemas.microsoft.com/office/drawing/2014/main" id="{6ABEDAAA-9030-9E2D-7FC1-13E65499D312}"/>
              </a:ext>
            </a:extLst>
          </p:cNvPr>
          <p:cNvSpPr txBox="1"/>
          <p:nvPr/>
        </p:nvSpPr>
        <p:spPr>
          <a:xfrm>
            <a:off x="1562471" y="3222415"/>
            <a:ext cx="1354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Ivan Ferreira</a:t>
            </a: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sz="1200" i="1" spc="-10" dirty="0" err="1">
                <a:solidFill>
                  <a:srgbClr val="001F5F"/>
                </a:solidFill>
                <a:latin typeface="Arial"/>
                <a:cs typeface="Arial"/>
              </a:rPr>
              <a:t>Coordenador</a:t>
            </a:r>
            <a:r>
              <a:rPr sz="1200" i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lang="pt-BR" sz="1200" i="1" spc="-25" dirty="0">
                <a:solidFill>
                  <a:srgbClr val="001F5F"/>
                </a:solidFill>
                <a:latin typeface="Arial"/>
                <a:cs typeface="Arial"/>
              </a:rPr>
              <a:t>Sistemas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08" name="object 42">
            <a:extLst>
              <a:ext uri="{FF2B5EF4-FFF2-40B4-BE49-F238E27FC236}">
                <a16:creationId xmlns:a16="http://schemas.microsoft.com/office/drawing/2014/main" id="{D5A347E7-40F7-A86D-30C0-D970C4572C47}"/>
              </a:ext>
            </a:extLst>
          </p:cNvPr>
          <p:cNvSpPr/>
          <p:nvPr/>
        </p:nvSpPr>
        <p:spPr>
          <a:xfrm flipV="1">
            <a:off x="3028529" y="3394467"/>
            <a:ext cx="266700" cy="45719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9" name="object 42">
            <a:extLst>
              <a:ext uri="{FF2B5EF4-FFF2-40B4-BE49-F238E27FC236}">
                <a16:creationId xmlns:a16="http://schemas.microsoft.com/office/drawing/2014/main" id="{157A38AB-5793-D724-4D86-5367568C1A02}"/>
              </a:ext>
            </a:extLst>
          </p:cNvPr>
          <p:cNvSpPr/>
          <p:nvPr/>
        </p:nvSpPr>
        <p:spPr>
          <a:xfrm flipV="1">
            <a:off x="4918698" y="3389324"/>
            <a:ext cx="266700" cy="45719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0" name="object 33">
            <a:extLst>
              <a:ext uri="{FF2B5EF4-FFF2-40B4-BE49-F238E27FC236}">
                <a16:creationId xmlns:a16="http://schemas.microsoft.com/office/drawing/2014/main" id="{D4884DC2-E25C-0577-3CAE-9B7902EE5555}"/>
              </a:ext>
            </a:extLst>
          </p:cNvPr>
          <p:cNvSpPr/>
          <p:nvPr/>
        </p:nvSpPr>
        <p:spPr>
          <a:xfrm>
            <a:off x="4030764" y="2758696"/>
            <a:ext cx="76200" cy="461645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51"/>
                </a:moveTo>
                <a:lnTo>
                  <a:pt x="44450" y="385051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51"/>
                </a:lnTo>
                <a:lnTo>
                  <a:pt x="0" y="385051"/>
                </a:lnTo>
                <a:lnTo>
                  <a:pt x="38100" y="461251"/>
                </a:lnTo>
                <a:lnTo>
                  <a:pt x="69850" y="397751"/>
                </a:lnTo>
                <a:lnTo>
                  <a:pt x="76200" y="38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42">
            <a:extLst>
              <a:ext uri="{FF2B5EF4-FFF2-40B4-BE49-F238E27FC236}">
                <a16:creationId xmlns:a16="http://schemas.microsoft.com/office/drawing/2014/main" id="{1294E78A-B94F-9AEA-A20E-245FBDCD56ED}"/>
              </a:ext>
            </a:extLst>
          </p:cNvPr>
          <p:cNvSpPr/>
          <p:nvPr/>
        </p:nvSpPr>
        <p:spPr>
          <a:xfrm flipV="1">
            <a:off x="5095290" y="2450080"/>
            <a:ext cx="3012213" cy="9409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12" name="object 2">
            <a:extLst>
              <a:ext uri="{FF2B5EF4-FFF2-40B4-BE49-F238E27FC236}">
                <a16:creationId xmlns:a16="http://schemas.microsoft.com/office/drawing/2014/main" id="{7F60143D-0EA4-8627-1C78-7132C3A1D624}"/>
              </a:ext>
            </a:extLst>
          </p:cNvPr>
          <p:cNvGrpSpPr/>
          <p:nvPr/>
        </p:nvGrpSpPr>
        <p:grpSpPr>
          <a:xfrm>
            <a:off x="5152605" y="3176289"/>
            <a:ext cx="1701164" cy="727498"/>
            <a:chOff x="5055108" y="3532666"/>
            <a:chExt cx="1701164" cy="527685"/>
          </a:xfrm>
        </p:grpSpPr>
        <p:pic>
          <p:nvPicPr>
            <p:cNvPr id="113" name="object 3">
              <a:extLst>
                <a:ext uri="{FF2B5EF4-FFF2-40B4-BE49-F238E27FC236}">
                  <a16:creationId xmlns:a16="http://schemas.microsoft.com/office/drawing/2014/main" id="{7C37CE01-0F24-6B50-6E14-27590500AB3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5108" y="3532666"/>
              <a:ext cx="1700784" cy="527268"/>
            </a:xfrm>
            <a:prstGeom prst="rect">
              <a:avLst/>
            </a:prstGeom>
          </p:spPr>
        </p:pic>
        <p:pic>
          <p:nvPicPr>
            <p:cNvPr id="114" name="object 4">
              <a:extLst>
                <a:ext uri="{FF2B5EF4-FFF2-40B4-BE49-F238E27FC236}">
                  <a16:creationId xmlns:a16="http://schemas.microsoft.com/office/drawing/2014/main" id="{4DAA5769-B60E-60EF-D85C-DDE6A5F67DB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3208" y="3544823"/>
              <a:ext cx="1629156" cy="461771"/>
            </a:xfrm>
            <a:prstGeom prst="rect">
              <a:avLst/>
            </a:prstGeom>
          </p:spPr>
        </p:pic>
        <p:sp>
          <p:nvSpPr>
            <p:cNvPr id="115" name="object 5">
              <a:extLst>
                <a:ext uri="{FF2B5EF4-FFF2-40B4-BE49-F238E27FC236}">
                  <a16:creationId xmlns:a16="http://schemas.microsoft.com/office/drawing/2014/main" id="{2385C26E-9A05-B8AD-575B-53BCE1C046A5}"/>
                </a:ext>
              </a:extLst>
            </p:cNvPr>
            <p:cNvSpPr/>
            <p:nvPr/>
          </p:nvSpPr>
          <p:spPr>
            <a:xfrm>
              <a:off x="5093208" y="354482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5" y="46989"/>
                  </a:lnTo>
                  <a:lnTo>
                    <a:pt x="22478" y="22478"/>
                  </a:lnTo>
                  <a:lnTo>
                    <a:pt x="46989" y="6096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6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1" y="76834"/>
                  </a:lnTo>
                  <a:lnTo>
                    <a:pt x="1628901" y="384428"/>
                  </a:lnTo>
                  <a:lnTo>
                    <a:pt x="1622806" y="414274"/>
                  </a:lnTo>
                  <a:lnTo>
                    <a:pt x="1606422" y="438784"/>
                  </a:lnTo>
                  <a:lnTo>
                    <a:pt x="1581912" y="455168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8"/>
                  </a:lnTo>
                  <a:lnTo>
                    <a:pt x="22478" y="438784"/>
                  </a:lnTo>
                  <a:lnTo>
                    <a:pt x="6095" y="414274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32">
            <a:extLst>
              <a:ext uri="{FF2B5EF4-FFF2-40B4-BE49-F238E27FC236}">
                <a16:creationId xmlns:a16="http://schemas.microsoft.com/office/drawing/2014/main" id="{D0DA68EE-8136-BBEA-29CB-5AC462C5DBCE}"/>
              </a:ext>
            </a:extLst>
          </p:cNvPr>
          <p:cNvSpPr txBox="1"/>
          <p:nvPr/>
        </p:nvSpPr>
        <p:spPr>
          <a:xfrm>
            <a:off x="5353520" y="3209926"/>
            <a:ext cx="1354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Jose Ribeiro</a:t>
            </a: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pt-BR" sz="1200" i="1" spc="-10" dirty="0">
                <a:solidFill>
                  <a:srgbClr val="001F5F"/>
                </a:solidFill>
                <a:latin typeface="Arial"/>
                <a:cs typeface="Arial"/>
              </a:rPr>
              <a:t>Coordenador</a:t>
            </a:r>
            <a:r>
              <a:rPr lang="pt-BR" sz="1200" i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lang="pt-BR" sz="1200" i="1" spc="-25" dirty="0">
                <a:solidFill>
                  <a:srgbClr val="001F5F"/>
                </a:solidFill>
                <a:latin typeface="Arial"/>
                <a:cs typeface="Arial"/>
              </a:rPr>
              <a:t> Sistemas</a:t>
            </a:r>
            <a:endParaRPr lang="pt-BR" sz="1200" dirty="0">
              <a:latin typeface="Arial"/>
              <a:cs typeface="Arial"/>
            </a:endParaRPr>
          </a:p>
        </p:txBody>
      </p:sp>
      <p:sp>
        <p:nvSpPr>
          <p:cNvPr id="117" name="object 33">
            <a:extLst>
              <a:ext uri="{FF2B5EF4-FFF2-40B4-BE49-F238E27FC236}">
                <a16:creationId xmlns:a16="http://schemas.microsoft.com/office/drawing/2014/main" id="{CEFE731A-757A-C6E8-DAED-6173D461714C}"/>
              </a:ext>
            </a:extLst>
          </p:cNvPr>
          <p:cNvSpPr/>
          <p:nvPr/>
        </p:nvSpPr>
        <p:spPr>
          <a:xfrm>
            <a:off x="9086443" y="2782133"/>
            <a:ext cx="76200" cy="461645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51"/>
                </a:moveTo>
                <a:lnTo>
                  <a:pt x="44450" y="385051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51"/>
                </a:lnTo>
                <a:lnTo>
                  <a:pt x="0" y="385051"/>
                </a:lnTo>
                <a:lnTo>
                  <a:pt x="38100" y="461251"/>
                </a:lnTo>
                <a:lnTo>
                  <a:pt x="69850" y="397751"/>
                </a:lnTo>
                <a:lnTo>
                  <a:pt x="76200" y="38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8" name="object 38">
            <a:extLst>
              <a:ext uri="{FF2B5EF4-FFF2-40B4-BE49-F238E27FC236}">
                <a16:creationId xmlns:a16="http://schemas.microsoft.com/office/drawing/2014/main" id="{C85003F2-DB8F-845F-607A-111FD5C35E03}"/>
              </a:ext>
            </a:extLst>
          </p:cNvPr>
          <p:cNvGrpSpPr/>
          <p:nvPr/>
        </p:nvGrpSpPr>
        <p:grpSpPr>
          <a:xfrm>
            <a:off x="8249135" y="3243778"/>
            <a:ext cx="1700783" cy="527268"/>
            <a:chOff x="6960107" y="4454687"/>
            <a:chExt cx="1700783" cy="527268"/>
          </a:xfrm>
        </p:grpSpPr>
        <p:pic>
          <p:nvPicPr>
            <p:cNvPr id="119" name="object 39">
              <a:extLst>
                <a:ext uri="{FF2B5EF4-FFF2-40B4-BE49-F238E27FC236}">
                  <a16:creationId xmlns:a16="http://schemas.microsoft.com/office/drawing/2014/main" id="{9133506D-6844-69DF-D088-8BF7D1A5D60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0107" y="4454687"/>
              <a:ext cx="1700783" cy="527268"/>
            </a:xfrm>
            <a:prstGeom prst="rect">
              <a:avLst/>
            </a:prstGeom>
          </p:spPr>
        </p:pic>
        <p:pic>
          <p:nvPicPr>
            <p:cNvPr id="120" name="object 40">
              <a:extLst>
                <a:ext uri="{FF2B5EF4-FFF2-40B4-BE49-F238E27FC236}">
                  <a16:creationId xmlns:a16="http://schemas.microsoft.com/office/drawing/2014/main" id="{291A0214-0B6A-6EE0-BAAF-AE1A831EEC1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98207" y="4466843"/>
              <a:ext cx="1629155" cy="461771"/>
            </a:xfrm>
            <a:prstGeom prst="rect">
              <a:avLst/>
            </a:prstGeom>
          </p:spPr>
        </p:pic>
        <p:sp>
          <p:nvSpPr>
            <p:cNvPr id="121" name="object 41">
              <a:extLst>
                <a:ext uri="{FF2B5EF4-FFF2-40B4-BE49-F238E27FC236}">
                  <a16:creationId xmlns:a16="http://schemas.microsoft.com/office/drawing/2014/main" id="{77391DC3-3853-790A-9BDB-87E4566DEC48}"/>
                </a:ext>
              </a:extLst>
            </p:cNvPr>
            <p:cNvSpPr/>
            <p:nvPr/>
          </p:nvSpPr>
          <p:spPr>
            <a:xfrm>
              <a:off x="6998207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90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2" y="6095"/>
                  </a:lnTo>
                  <a:lnTo>
                    <a:pt x="1606423" y="22478"/>
                  </a:lnTo>
                  <a:lnTo>
                    <a:pt x="1622806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6" y="414273"/>
                  </a:lnTo>
                  <a:lnTo>
                    <a:pt x="1606423" y="438784"/>
                  </a:lnTo>
                  <a:lnTo>
                    <a:pt x="1581912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90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36">
            <a:extLst>
              <a:ext uri="{FF2B5EF4-FFF2-40B4-BE49-F238E27FC236}">
                <a16:creationId xmlns:a16="http://schemas.microsoft.com/office/drawing/2014/main" id="{A03CF491-65A2-82F2-7731-B6FAE0D7BEB3}"/>
              </a:ext>
            </a:extLst>
          </p:cNvPr>
          <p:cNvSpPr txBox="1"/>
          <p:nvPr/>
        </p:nvSpPr>
        <p:spPr>
          <a:xfrm>
            <a:off x="8441159" y="3305781"/>
            <a:ext cx="138226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Nathaly Nunes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Mapa</a:t>
            </a:r>
            <a:r>
              <a:rPr spc="-85"/>
              <a:t> </a:t>
            </a:r>
            <a:r>
              <a:t>de</a:t>
            </a:r>
            <a:r>
              <a:rPr spc="-90"/>
              <a:t> </a:t>
            </a:r>
            <a:r>
              <a:t>Aplicações</a:t>
            </a:r>
            <a:r>
              <a:rPr spc="-114"/>
              <a:t> </a:t>
            </a:r>
            <a:r>
              <a:t>/</a:t>
            </a:r>
            <a:r>
              <a:rPr spc="-80"/>
              <a:t> </a:t>
            </a:r>
            <a:r>
              <a:rPr spc="-10"/>
              <a:t>sistemas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18387" y="1269491"/>
            <a:ext cx="10557638" cy="5083302"/>
            <a:chOff x="818387" y="1269491"/>
            <a:chExt cx="10557638" cy="5083302"/>
          </a:xfrm>
        </p:grpSpPr>
        <p:sp>
          <p:nvSpPr>
            <p:cNvPr id="5" name="object 5"/>
            <p:cNvSpPr/>
            <p:nvPr/>
          </p:nvSpPr>
          <p:spPr>
            <a:xfrm>
              <a:off x="818387" y="1269491"/>
              <a:ext cx="10556875" cy="5082540"/>
            </a:xfrm>
            <a:custGeom>
              <a:avLst/>
              <a:gdLst/>
              <a:ahLst/>
              <a:cxnLst/>
              <a:rect l="l" t="t" r="r" b="b"/>
              <a:pathLst>
                <a:path w="10556875" h="5082540">
                  <a:moveTo>
                    <a:pt x="9709531" y="0"/>
                  </a:moveTo>
                  <a:lnTo>
                    <a:pt x="847089" y="0"/>
                  </a:lnTo>
                  <a:lnTo>
                    <a:pt x="798957" y="1397"/>
                  </a:lnTo>
                  <a:lnTo>
                    <a:pt x="751586" y="5334"/>
                  </a:lnTo>
                  <a:lnTo>
                    <a:pt x="705104" y="11811"/>
                  </a:lnTo>
                  <a:lnTo>
                    <a:pt x="659257" y="20828"/>
                  </a:lnTo>
                  <a:lnTo>
                    <a:pt x="614426" y="32385"/>
                  </a:lnTo>
                  <a:lnTo>
                    <a:pt x="570611" y="46100"/>
                  </a:lnTo>
                  <a:lnTo>
                    <a:pt x="527939" y="62230"/>
                  </a:lnTo>
                  <a:lnTo>
                    <a:pt x="486283" y="80518"/>
                  </a:lnTo>
                  <a:lnTo>
                    <a:pt x="445795" y="100837"/>
                  </a:lnTo>
                  <a:lnTo>
                    <a:pt x="406641" y="123317"/>
                  </a:lnTo>
                  <a:lnTo>
                    <a:pt x="368820" y="147828"/>
                  </a:lnTo>
                  <a:lnTo>
                    <a:pt x="332422" y="174244"/>
                  </a:lnTo>
                  <a:lnTo>
                    <a:pt x="297510" y="202437"/>
                  </a:lnTo>
                  <a:lnTo>
                    <a:pt x="264172" y="232410"/>
                  </a:lnTo>
                  <a:lnTo>
                    <a:pt x="232460" y="264160"/>
                  </a:lnTo>
                  <a:lnTo>
                    <a:pt x="202450" y="297561"/>
                  </a:lnTo>
                  <a:lnTo>
                    <a:pt x="174218" y="332359"/>
                  </a:lnTo>
                  <a:lnTo>
                    <a:pt x="147828" y="368808"/>
                  </a:lnTo>
                  <a:lnTo>
                    <a:pt x="123367" y="406654"/>
                  </a:lnTo>
                  <a:lnTo>
                    <a:pt x="100888" y="445770"/>
                  </a:lnTo>
                  <a:lnTo>
                    <a:pt x="80479" y="486283"/>
                  </a:lnTo>
                  <a:lnTo>
                    <a:pt x="62204" y="527812"/>
                  </a:lnTo>
                  <a:lnTo>
                    <a:pt x="46126" y="570611"/>
                  </a:lnTo>
                  <a:lnTo>
                    <a:pt x="32334" y="614426"/>
                  </a:lnTo>
                  <a:lnTo>
                    <a:pt x="20878" y="659257"/>
                  </a:lnTo>
                  <a:lnTo>
                    <a:pt x="11849" y="705104"/>
                  </a:lnTo>
                  <a:lnTo>
                    <a:pt x="5321" y="751586"/>
                  </a:lnTo>
                  <a:lnTo>
                    <a:pt x="1346" y="798957"/>
                  </a:lnTo>
                  <a:lnTo>
                    <a:pt x="0" y="847090"/>
                  </a:lnTo>
                  <a:lnTo>
                    <a:pt x="0" y="4235450"/>
                  </a:lnTo>
                  <a:lnTo>
                    <a:pt x="1346" y="4283456"/>
                  </a:lnTo>
                  <a:lnTo>
                    <a:pt x="5321" y="4330877"/>
                  </a:lnTo>
                  <a:lnTo>
                    <a:pt x="11849" y="4377474"/>
                  </a:lnTo>
                  <a:lnTo>
                    <a:pt x="20878" y="4423219"/>
                  </a:lnTo>
                  <a:lnTo>
                    <a:pt x="32334" y="4468037"/>
                  </a:lnTo>
                  <a:lnTo>
                    <a:pt x="46126" y="4511878"/>
                  </a:lnTo>
                  <a:lnTo>
                    <a:pt x="62204" y="4554651"/>
                  </a:lnTo>
                  <a:lnTo>
                    <a:pt x="80479" y="4596295"/>
                  </a:lnTo>
                  <a:lnTo>
                    <a:pt x="100888" y="4636731"/>
                  </a:lnTo>
                  <a:lnTo>
                    <a:pt x="123367" y="4675898"/>
                  </a:lnTo>
                  <a:lnTo>
                    <a:pt x="147828" y="4713719"/>
                  </a:lnTo>
                  <a:lnTo>
                    <a:pt x="174218" y="4750117"/>
                  </a:lnTo>
                  <a:lnTo>
                    <a:pt x="202450" y="4785017"/>
                  </a:lnTo>
                  <a:lnTo>
                    <a:pt x="232460" y="4818367"/>
                  </a:lnTo>
                  <a:lnTo>
                    <a:pt x="264172" y="4850079"/>
                  </a:lnTo>
                  <a:lnTo>
                    <a:pt x="297510" y="4880089"/>
                  </a:lnTo>
                  <a:lnTo>
                    <a:pt x="332422" y="4908321"/>
                  </a:lnTo>
                  <a:lnTo>
                    <a:pt x="368820" y="4934699"/>
                  </a:lnTo>
                  <a:lnTo>
                    <a:pt x="406641" y="4959172"/>
                  </a:lnTo>
                  <a:lnTo>
                    <a:pt x="445795" y="4981638"/>
                  </a:lnTo>
                  <a:lnTo>
                    <a:pt x="486283" y="5002060"/>
                  </a:lnTo>
                  <a:lnTo>
                    <a:pt x="527939" y="5020335"/>
                  </a:lnTo>
                  <a:lnTo>
                    <a:pt x="570611" y="5036413"/>
                  </a:lnTo>
                  <a:lnTo>
                    <a:pt x="614426" y="5050205"/>
                  </a:lnTo>
                  <a:lnTo>
                    <a:pt x="659257" y="5061661"/>
                  </a:lnTo>
                  <a:lnTo>
                    <a:pt x="705104" y="5070690"/>
                  </a:lnTo>
                  <a:lnTo>
                    <a:pt x="751586" y="5077218"/>
                  </a:lnTo>
                  <a:lnTo>
                    <a:pt x="798957" y="5081193"/>
                  </a:lnTo>
                  <a:lnTo>
                    <a:pt x="847089" y="5082540"/>
                  </a:lnTo>
                  <a:lnTo>
                    <a:pt x="9709531" y="5082540"/>
                  </a:lnTo>
                  <a:lnTo>
                    <a:pt x="9757664" y="5081193"/>
                  </a:lnTo>
                  <a:lnTo>
                    <a:pt x="9805035" y="5077218"/>
                  </a:lnTo>
                  <a:lnTo>
                    <a:pt x="9851517" y="5070690"/>
                  </a:lnTo>
                  <a:lnTo>
                    <a:pt x="9897364" y="5061661"/>
                  </a:lnTo>
                  <a:lnTo>
                    <a:pt x="9942194" y="5050205"/>
                  </a:lnTo>
                  <a:lnTo>
                    <a:pt x="9986010" y="5036413"/>
                  </a:lnTo>
                  <a:lnTo>
                    <a:pt x="10028809" y="5020335"/>
                  </a:lnTo>
                  <a:lnTo>
                    <a:pt x="10070338" y="5002060"/>
                  </a:lnTo>
                  <a:lnTo>
                    <a:pt x="10110851" y="4981638"/>
                  </a:lnTo>
                  <a:lnTo>
                    <a:pt x="10149967" y="4959172"/>
                  </a:lnTo>
                  <a:lnTo>
                    <a:pt x="10187813" y="4934699"/>
                  </a:lnTo>
                  <a:lnTo>
                    <a:pt x="10224262" y="4908321"/>
                  </a:lnTo>
                  <a:lnTo>
                    <a:pt x="10259060" y="4880089"/>
                  </a:lnTo>
                  <a:lnTo>
                    <a:pt x="10292461" y="4850079"/>
                  </a:lnTo>
                  <a:lnTo>
                    <a:pt x="10324211" y="4818367"/>
                  </a:lnTo>
                  <a:lnTo>
                    <a:pt x="10354183" y="4785017"/>
                  </a:lnTo>
                  <a:lnTo>
                    <a:pt x="10382377" y="4750117"/>
                  </a:lnTo>
                  <a:lnTo>
                    <a:pt x="10408792" y="4713719"/>
                  </a:lnTo>
                  <a:lnTo>
                    <a:pt x="10433304" y="4675898"/>
                  </a:lnTo>
                  <a:lnTo>
                    <a:pt x="10455783" y="4636731"/>
                  </a:lnTo>
                  <a:lnTo>
                    <a:pt x="10476103" y="4596295"/>
                  </a:lnTo>
                  <a:lnTo>
                    <a:pt x="10494391" y="4554651"/>
                  </a:lnTo>
                  <a:lnTo>
                    <a:pt x="10510519" y="4511878"/>
                  </a:lnTo>
                  <a:lnTo>
                    <a:pt x="10524236" y="4468037"/>
                  </a:lnTo>
                  <a:lnTo>
                    <a:pt x="10535792" y="4423219"/>
                  </a:lnTo>
                  <a:lnTo>
                    <a:pt x="10544810" y="4377474"/>
                  </a:lnTo>
                  <a:lnTo>
                    <a:pt x="10551287" y="4330877"/>
                  </a:lnTo>
                  <a:lnTo>
                    <a:pt x="10555223" y="4283456"/>
                  </a:lnTo>
                  <a:lnTo>
                    <a:pt x="10556621" y="4235450"/>
                  </a:lnTo>
                  <a:lnTo>
                    <a:pt x="10556621" y="847090"/>
                  </a:lnTo>
                  <a:lnTo>
                    <a:pt x="10555223" y="798957"/>
                  </a:lnTo>
                  <a:lnTo>
                    <a:pt x="10551287" y="751586"/>
                  </a:lnTo>
                  <a:lnTo>
                    <a:pt x="10544810" y="705104"/>
                  </a:lnTo>
                  <a:lnTo>
                    <a:pt x="10535792" y="659257"/>
                  </a:lnTo>
                  <a:lnTo>
                    <a:pt x="10524236" y="614426"/>
                  </a:lnTo>
                  <a:lnTo>
                    <a:pt x="10510519" y="570611"/>
                  </a:lnTo>
                  <a:lnTo>
                    <a:pt x="10494391" y="527812"/>
                  </a:lnTo>
                  <a:lnTo>
                    <a:pt x="10476103" y="486283"/>
                  </a:lnTo>
                  <a:lnTo>
                    <a:pt x="10455783" y="445770"/>
                  </a:lnTo>
                  <a:lnTo>
                    <a:pt x="10433304" y="406654"/>
                  </a:lnTo>
                  <a:lnTo>
                    <a:pt x="10408792" y="368808"/>
                  </a:lnTo>
                  <a:lnTo>
                    <a:pt x="10382377" y="332359"/>
                  </a:lnTo>
                  <a:lnTo>
                    <a:pt x="10354183" y="297561"/>
                  </a:lnTo>
                  <a:lnTo>
                    <a:pt x="10324211" y="264160"/>
                  </a:lnTo>
                  <a:lnTo>
                    <a:pt x="10292461" y="232410"/>
                  </a:lnTo>
                  <a:lnTo>
                    <a:pt x="10259060" y="202437"/>
                  </a:lnTo>
                  <a:lnTo>
                    <a:pt x="10224262" y="174244"/>
                  </a:lnTo>
                  <a:lnTo>
                    <a:pt x="10187813" y="147828"/>
                  </a:lnTo>
                  <a:lnTo>
                    <a:pt x="10149967" y="123317"/>
                  </a:lnTo>
                  <a:lnTo>
                    <a:pt x="10110851" y="100837"/>
                  </a:lnTo>
                  <a:lnTo>
                    <a:pt x="10070338" y="80518"/>
                  </a:lnTo>
                  <a:lnTo>
                    <a:pt x="10028809" y="62230"/>
                  </a:lnTo>
                  <a:lnTo>
                    <a:pt x="9986010" y="46100"/>
                  </a:lnTo>
                  <a:lnTo>
                    <a:pt x="9942194" y="32385"/>
                  </a:lnTo>
                  <a:lnTo>
                    <a:pt x="9897364" y="20828"/>
                  </a:lnTo>
                  <a:lnTo>
                    <a:pt x="9851517" y="11811"/>
                  </a:lnTo>
                  <a:lnTo>
                    <a:pt x="9805035" y="5334"/>
                  </a:lnTo>
                  <a:lnTo>
                    <a:pt x="9757664" y="1397"/>
                  </a:lnTo>
                  <a:lnTo>
                    <a:pt x="9709531" y="0"/>
                  </a:lnTo>
                  <a:close/>
                </a:path>
              </a:pathLst>
            </a:custGeom>
            <a:solidFill>
              <a:srgbClr val="EBF0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150" y="1270253"/>
              <a:ext cx="10556875" cy="5082540"/>
            </a:xfrm>
            <a:custGeom>
              <a:avLst/>
              <a:gdLst/>
              <a:ahLst/>
              <a:cxnLst/>
              <a:rect l="l" t="t" r="r" b="b"/>
              <a:pathLst>
                <a:path w="10556875" h="5082540">
                  <a:moveTo>
                    <a:pt x="0" y="847090"/>
                  </a:moveTo>
                  <a:lnTo>
                    <a:pt x="1346" y="798957"/>
                  </a:lnTo>
                  <a:lnTo>
                    <a:pt x="5321" y="751586"/>
                  </a:lnTo>
                  <a:lnTo>
                    <a:pt x="11849" y="705104"/>
                  </a:lnTo>
                  <a:lnTo>
                    <a:pt x="20878" y="659257"/>
                  </a:lnTo>
                  <a:lnTo>
                    <a:pt x="32334" y="614426"/>
                  </a:lnTo>
                  <a:lnTo>
                    <a:pt x="46126" y="570611"/>
                  </a:lnTo>
                  <a:lnTo>
                    <a:pt x="62204" y="527812"/>
                  </a:lnTo>
                  <a:lnTo>
                    <a:pt x="80479" y="486283"/>
                  </a:lnTo>
                  <a:lnTo>
                    <a:pt x="100888" y="445770"/>
                  </a:lnTo>
                  <a:lnTo>
                    <a:pt x="123367" y="406654"/>
                  </a:lnTo>
                  <a:lnTo>
                    <a:pt x="147828" y="368808"/>
                  </a:lnTo>
                  <a:lnTo>
                    <a:pt x="174218" y="332359"/>
                  </a:lnTo>
                  <a:lnTo>
                    <a:pt x="202450" y="297561"/>
                  </a:lnTo>
                  <a:lnTo>
                    <a:pt x="232460" y="264160"/>
                  </a:lnTo>
                  <a:lnTo>
                    <a:pt x="264172" y="232410"/>
                  </a:lnTo>
                  <a:lnTo>
                    <a:pt x="297510" y="202437"/>
                  </a:lnTo>
                  <a:lnTo>
                    <a:pt x="332422" y="174244"/>
                  </a:lnTo>
                  <a:lnTo>
                    <a:pt x="368820" y="147828"/>
                  </a:lnTo>
                  <a:lnTo>
                    <a:pt x="406641" y="123317"/>
                  </a:lnTo>
                  <a:lnTo>
                    <a:pt x="445795" y="100837"/>
                  </a:lnTo>
                  <a:lnTo>
                    <a:pt x="486283" y="80518"/>
                  </a:lnTo>
                  <a:lnTo>
                    <a:pt x="527938" y="62230"/>
                  </a:lnTo>
                  <a:lnTo>
                    <a:pt x="570611" y="46100"/>
                  </a:lnTo>
                  <a:lnTo>
                    <a:pt x="614426" y="32385"/>
                  </a:lnTo>
                  <a:lnTo>
                    <a:pt x="659257" y="20828"/>
                  </a:lnTo>
                  <a:lnTo>
                    <a:pt x="705104" y="11811"/>
                  </a:lnTo>
                  <a:lnTo>
                    <a:pt x="751586" y="5334"/>
                  </a:lnTo>
                  <a:lnTo>
                    <a:pt x="798957" y="1397"/>
                  </a:lnTo>
                  <a:lnTo>
                    <a:pt x="847089" y="0"/>
                  </a:lnTo>
                  <a:lnTo>
                    <a:pt x="9709531" y="0"/>
                  </a:lnTo>
                  <a:lnTo>
                    <a:pt x="9757664" y="1397"/>
                  </a:lnTo>
                  <a:lnTo>
                    <a:pt x="9805035" y="5334"/>
                  </a:lnTo>
                  <a:lnTo>
                    <a:pt x="9851517" y="11811"/>
                  </a:lnTo>
                  <a:lnTo>
                    <a:pt x="9897364" y="20828"/>
                  </a:lnTo>
                  <a:lnTo>
                    <a:pt x="9942195" y="32385"/>
                  </a:lnTo>
                  <a:lnTo>
                    <a:pt x="9986010" y="46100"/>
                  </a:lnTo>
                  <a:lnTo>
                    <a:pt x="10028809" y="62230"/>
                  </a:lnTo>
                  <a:lnTo>
                    <a:pt x="10070338" y="80518"/>
                  </a:lnTo>
                  <a:lnTo>
                    <a:pt x="10110851" y="100837"/>
                  </a:lnTo>
                  <a:lnTo>
                    <a:pt x="10149967" y="123317"/>
                  </a:lnTo>
                  <a:lnTo>
                    <a:pt x="10187813" y="147828"/>
                  </a:lnTo>
                  <a:lnTo>
                    <a:pt x="10224262" y="174244"/>
                  </a:lnTo>
                  <a:lnTo>
                    <a:pt x="10259060" y="202437"/>
                  </a:lnTo>
                  <a:lnTo>
                    <a:pt x="10292461" y="232410"/>
                  </a:lnTo>
                  <a:lnTo>
                    <a:pt x="10324211" y="264160"/>
                  </a:lnTo>
                  <a:lnTo>
                    <a:pt x="10354183" y="297561"/>
                  </a:lnTo>
                  <a:lnTo>
                    <a:pt x="10382377" y="332359"/>
                  </a:lnTo>
                  <a:lnTo>
                    <a:pt x="10408793" y="368808"/>
                  </a:lnTo>
                  <a:lnTo>
                    <a:pt x="10433304" y="406654"/>
                  </a:lnTo>
                  <a:lnTo>
                    <a:pt x="10455783" y="445770"/>
                  </a:lnTo>
                  <a:lnTo>
                    <a:pt x="10476103" y="486283"/>
                  </a:lnTo>
                  <a:lnTo>
                    <a:pt x="10494391" y="527812"/>
                  </a:lnTo>
                  <a:lnTo>
                    <a:pt x="10510520" y="570611"/>
                  </a:lnTo>
                  <a:lnTo>
                    <a:pt x="10524236" y="614426"/>
                  </a:lnTo>
                  <a:lnTo>
                    <a:pt x="10535793" y="659257"/>
                  </a:lnTo>
                  <a:lnTo>
                    <a:pt x="10544810" y="705104"/>
                  </a:lnTo>
                  <a:lnTo>
                    <a:pt x="10551287" y="751586"/>
                  </a:lnTo>
                  <a:lnTo>
                    <a:pt x="10555224" y="798957"/>
                  </a:lnTo>
                  <a:lnTo>
                    <a:pt x="10556621" y="847090"/>
                  </a:lnTo>
                  <a:lnTo>
                    <a:pt x="10556621" y="4235450"/>
                  </a:lnTo>
                  <a:lnTo>
                    <a:pt x="10555224" y="4283456"/>
                  </a:lnTo>
                  <a:lnTo>
                    <a:pt x="10551287" y="4330877"/>
                  </a:lnTo>
                  <a:lnTo>
                    <a:pt x="10544810" y="4377474"/>
                  </a:lnTo>
                  <a:lnTo>
                    <a:pt x="10535793" y="4423219"/>
                  </a:lnTo>
                  <a:lnTo>
                    <a:pt x="10524236" y="4468037"/>
                  </a:lnTo>
                  <a:lnTo>
                    <a:pt x="10510520" y="4511878"/>
                  </a:lnTo>
                  <a:lnTo>
                    <a:pt x="10494391" y="4554651"/>
                  </a:lnTo>
                  <a:lnTo>
                    <a:pt x="10476103" y="4596295"/>
                  </a:lnTo>
                  <a:lnTo>
                    <a:pt x="10455783" y="4636731"/>
                  </a:lnTo>
                  <a:lnTo>
                    <a:pt x="10433304" y="4675898"/>
                  </a:lnTo>
                  <a:lnTo>
                    <a:pt x="10408793" y="4713719"/>
                  </a:lnTo>
                  <a:lnTo>
                    <a:pt x="10382377" y="4750117"/>
                  </a:lnTo>
                  <a:lnTo>
                    <a:pt x="10354183" y="4785017"/>
                  </a:lnTo>
                  <a:lnTo>
                    <a:pt x="10324211" y="4818367"/>
                  </a:lnTo>
                  <a:lnTo>
                    <a:pt x="10292461" y="4850079"/>
                  </a:lnTo>
                  <a:lnTo>
                    <a:pt x="10259060" y="4880089"/>
                  </a:lnTo>
                  <a:lnTo>
                    <a:pt x="10224262" y="4908321"/>
                  </a:lnTo>
                  <a:lnTo>
                    <a:pt x="10187813" y="4934699"/>
                  </a:lnTo>
                  <a:lnTo>
                    <a:pt x="10149967" y="4959172"/>
                  </a:lnTo>
                  <a:lnTo>
                    <a:pt x="10110851" y="4981638"/>
                  </a:lnTo>
                  <a:lnTo>
                    <a:pt x="10070338" y="5002060"/>
                  </a:lnTo>
                  <a:lnTo>
                    <a:pt x="10028809" y="5020335"/>
                  </a:lnTo>
                  <a:lnTo>
                    <a:pt x="9986010" y="5036413"/>
                  </a:lnTo>
                  <a:lnTo>
                    <a:pt x="9942195" y="5050205"/>
                  </a:lnTo>
                  <a:lnTo>
                    <a:pt x="9897364" y="5061661"/>
                  </a:lnTo>
                  <a:lnTo>
                    <a:pt x="9851517" y="5070678"/>
                  </a:lnTo>
                  <a:lnTo>
                    <a:pt x="9805035" y="5077218"/>
                  </a:lnTo>
                  <a:lnTo>
                    <a:pt x="9757664" y="5081193"/>
                  </a:lnTo>
                  <a:lnTo>
                    <a:pt x="9709531" y="5082540"/>
                  </a:lnTo>
                  <a:lnTo>
                    <a:pt x="847089" y="5082540"/>
                  </a:lnTo>
                  <a:lnTo>
                    <a:pt x="798957" y="5081193"/>
                  </a:lnTo>
                  <a:lnTo>
                    <a:pt x="751586" y="5077218"/>
                  </a:lnTo>
                  <a:lnTo>
                    <a:pt x="705104" y="5070678"/>
                  </a:lnTo>
                  <a:lnTo>
                    <a:pt x="659257" y="5061661"/>
                  </a:lnTo>
                  <a:lnTo>
                    <a:pt x="614426" y="5050205"/>
                  </a:lnTo>
                  <a:lnTo>
                    <a:pt x="570611" y="5036413"/>
                  </a:lnTo>
                  <a:lnTo>
                    <a:pt x="527938" y="5020335"/>
                  </a:lnTo>
                  <a:lnTo>
                    <a:pt x="486283" y="5002060"/>
                  </a:lnTo>
                  <a:lnTo>
                    <a:pt x="445795" y="4981638"/>
                  </a:lnTo>
                  <a:lnTo>
                    <a:pt x="406641" y="4959172"/>
                  </a:lnTo>
                  <a:lnTo>
                    <a:pt x="368820" y="4934699"/>
                  </a:lnTo>
                  <a:lnTo>
                    <a:pt x="332422" y="4908321"/>
                  </a:lnTo>
                  <a:lnTo>
                    <a:pt x="297510" y="4880089"/>
                  </a:lnTo>
                  <a:lnTo>
                    <a:pt x="264172" y="4850079"/>
                  </a:lnTo>
                  <a:lnTo>
                    <a:pt x="232460" y="4818367"/>
                  </a:lnTo>
                  <a:lnTo>
                    <a:pt x="202450" y="4785017"/>
                  </a:lnTo>
                  <a:lnTo>
                    <a:pt x="174218" y="4750117"/>
                  </a:lnTo>
                  <a:lnTo>
                    <a:pt x="147828" y="4713719"/>
                  </a:lnTo>
                  <a:lnTo>
                    <a:pt x="123367" y="4675898"/>
                  </a:lnTo>
                  <a:lnTo>
                    <a:pt x="100888" y="4636731"/>
                  </a:lnTo>
                  <a:lnTo>
                    <a:pt x="80479" y="4596295"/>
                  </a:lnTo>
                  <a:lnTo>
                    <a:pt x="62204" y="4554651"/>
                  </a:lnTo>
                  <a:lnTo>
                    <a:pt x="46126" y="4511878"/>
                  </a:lnTo>
                  <a:lnTo>
                    <a:pt x="32334" y="4468037"/>
                  </a:lnTo>
                  <a:lnTo>
                    <a:pt x="20878" y="4423219"/>
                  </a:lnTo>
                  <a:lnTo>
                    <a:pt x="11849" y="4377474"/>
                  </a:lnTo>
                  <a:lnTo>
                    <a:pt x="5321" y="4330877"/>
                  </a:lnTo>
                  <a:lnTo>
                    <a:pt x="1346" y="4283456"/>
                  </a:lnTo>
                  <a:lnTo>
                    <a:pt x="0" y="4235450"/>
                  </a:lnTo>
                  <a:lnTo>
                    <a:pt x="0" y="847090"/>
                  </a:lnTo>
                  <a:close/>
                </a:path>
              </a:pathLst>
            </a:custGeom>
            <a:ln w="254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5064" y="4893563"/>
              <a:ext cx="1687067" cy="13807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7275" y="4856099"/>
              <a:ext cx="103377" cy="969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140322" y="2567177"/>
              <a:ext cx="56515" cy="2360930"/>
            </a:xfrm>
            <a:custGeom>
              <a:avLst/>
              <a:gdLst/>
              <a:ahLst/>
              <a:cxnLst/>
              <a:rect l="l" t="t" r="r" b="b"/>
              <a:pathLst>
                <a:path w="56514" h="2360929">
                  <a:moveTo>
                    <a:pt x="6096" y="0"/>
                  </a:moveTo>
                  <a:lnTo>
                    <a:pt x="0" y="10922"/>
                  </a:lnTo>
                  <a:lnTo>
                    <a:pt x="43306" y="2349754"/>
                  </a:lnTo>
                  <a:lnTo>
                    <a:pt x="49784" y="2360549"/>
                  </a:lnTo>
                  <a:lnTo>
                    <a:pt x="56006" y="2349500"/>
                  </a:lnTo>
                  <a:lnTo>
                    <a:pt x="12700" y="10795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0" y="2542031"/>
              <a:ext cx="103377" cy="9677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47003" y="3430524"/>
              <a:ext cx="900683" cy="4495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94247" y="3457955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3" y="359283"/>
                  </a:lnTo>
                  <a:lnTo>
                    <a:pt x="750697" y="359283"/>
                  </a:lnTo>
                  <a:lnTo>
                    <a:pt x="774065" y="354584"/>
                  </a:lnTo>
                  <a:lnTo>
                    <a:pt x="793115" y="341757"/>
                  </a:lnTo>
                  <a:lnTo>
                    <a:pt x="805942" y="322707"/>
                  </a:lnTo>
                  <a:lnTo>
                    <a:pt x="810641" y="299339"/>
                  </a:lnTo>
                  <a:lnTo>
                    <a:pt x="810641" y="59817"/>
                  </a:lnTo>
                  <a:lnTo>
                    <a:pt x="805942" y="36576"/>
                  </a:lnTo>
                  <a:lnTo>
                    <a:pt x="793115" y="17526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94247" y="3457955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6"/>
                  </a:lnTo>
                  <a:lnTo>
                    <a:pt x="805942" y="36576"/>
                  </a:lnTo>
                  <a:lnTo>
                    <a:pt x="810641" y="59817"/>
                  </a:lnTo>
                  <a:lnTo>
                    <a:pt x="810641" y="299339"/>
                  </a:lnTo>
                  <a:lnTo>
                    <a:pt x="805942" y="322707"/>
                  </a:lnTo>
                  <a:lnTo>
                    <a:pt x="793115" y="341757"/>
                  </a:lnTo>
                  <a:lnTo>
                    <a:pt x="774065" y="354584"/>
                  </a:lnTo>
                  <a:lnTo>
                    <a:pt x="750697" y="359283"/>
                  </a:lnTo>
                  <a:lnTo>
                    <a:pt x="59943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10402" y="3490721"/>
            <a:ext cx="37655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Contas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pagar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37549" y="1457134"/>
            <a:ext cx="2091055" cy="2496185"/>
            <a:chOff x="1228597" y="1512061"/>
            <a:chExt cx="2091055" cy="2496185"/>
          </a:xfrm>
        </p:grpSpPr>
        <p:sp>
          <p:nvSpPr>
            <p:cNvPr id="16" name="object 16"/>
            <p:cNvSpPr/>
            <p:nvPr/>
          </p:nvSpPr>
          <p:spPr>
            <a:xfrm>
              <a:off x="1240535" y="1523999"/>
              <a:ext cx="255904" cy="182880"/>
            </a:xfrm>
            <a:custGeom>
              <a:avLst/>
              <a:gdLst/>
              <a:ahLst/>
              <a:cxnLst/>
              <a:rect l="l" t="t" r="r" b="b"/>
              <a:pathLst>
                <a:path w="255905" h="182880">
                  <a:moveTo>
                    <a:pt x="255524" y="0"/>
                  </a:moveTo>
                  <a:lnTo>
                    <a:pt x="0" y="0"/>
                  </a:lnTo>
                  <a:lnTo>
                    <a:pt x="0" y="182625"/>
                  </a:lnTo>
                  <a:lnTo>
                    <a:pt x="255524" y="182625"/>
                  </a:lnTo>
                  <a:lnTo>
                    <a:pt x="255524" y="0"/>
                  </a:lnTo>
                  <a:close/>
                </a:path>
              </a:pathLst>
            </a:custGeom>
            <a:solidFill>
              <a:srgbClr val="00AE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41297" y="1524761"/>
              <a:ext cx="255904" cy="182880"/>
            </a:xfrm>
            <a:custGeom>
              <a:avLst/>
              <a:gdLst/>
              <a:ahLst/>
              <a:cxnLst/>
              <a:rect l="l" t="t" r="r" b="b"/>
              <a:pathLst>
                <a:path w="255905" h="182880">
                  <a:moveTo>
                    <a:pt x="0" y="182625"/>
                  </a:moveTo>
                  <a:lnTo>
                    <a:pt x="255524" y="182625"/>
                  </a:lnTo>
                  <a:lnTo>
                    <a:pt x="255524" y="0"/>
                  </a:lnTo>
                  <a:lnTo>
                    <a:pt x="0" y="0"/>
                  </a:lnTo>
                  <a:lnTo>
                    <a:pt x="0" y="182625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4811" y="3107436"/>
              <a:ext cx="1394460" cy="90068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131333" y="3355991"/>
            <a:ext cx="95338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b="1" spc="-2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lang="pt-BR" sz="1600" b="1" spc="-20" dirty="0">
                <a:solidFill>
                  <a:srgbClr val="FFFFFF"/>
                </a:solidFill>
                <a:latin typeface="Calibri"/>
                <a:cs typeface="Calibri"/>
              </a:rPr>
              <a:t>POWER BI</a:t>
            </a:r>
          </a:p>
        </p:txBody>
      </p:sp>
      <p:sp>
        <p:nvSpPr>
          <p:cNvPr id="20" name="object 20"/>
          <p:cNvSpPr/>
          <p:nvPr/>
        </p:nvSpPr>
        <p:spPr>
          <a:xfrm>
            <a:off x="1178052" y="4277867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0" y="0"/>
                </a:moveTo>
                <a:lnTo>
                  <a:pt x="594867" y="1650"/>
                </a:lnTo>
                <a:lnTo>
                  <a:pt x="536829" y="6603"/>
                </a:lnTo>
                <a:lnTo>
                  <a:pt x="480441" y="14604"/>
                </a:lnTo>
                <a:lnTo>
                  <a:pt x="426084" y="25526"/>
                </a:lnTo>
                <a:lnTo>
                  <a:pt x="373888" y="39242"/>
                </a:lnTo>
                <a:lnTo>
                  <a:pt x="324103" y="55625"/>
                </a:lnTo>
                <a:lnTo>
                  <a:pt x="276986" y="74548"/>
                </a:lnTo>
                <a:lnTo>
                  <a:pt x="232790" y="95884"/>
                </a:lnTo>
                <a:lnTo>
                  <a:pt x="191642" y="119379"/>
                </a:lnTo>
                <a:lnTo>
                  <a:pt x="153923" y="145033"/>
                </a:lnTo>
                <a:lnTo>
                  <a:pt x="119760" y="172592"/>
                </a:lnTo>
                <a:lnTo>
                  <a:pt x="89357" y="201929"/>
                </a:lnTo>
                <a:lnTo>
                  <a:pt x="63017" y="232917"/>
                </a:lnTo>
                <a:lnTo>
                  <a:pt x="40944" y="265429"/>
                </a:lnTo>
                <a:lnTo>
                  <a:pt x="23380" y="299338"/>
                </a:lnTo>
                <a:lnTo>
                  <a:pt x="2679" y="370585"/>
                </a:lnTo>
                <a:lnTo>
                  <a:pt x="0" y="407669"/>
                </a:lnTo>
                <a:lnTo>
                  <a:pt x="2679" y="444753"/>
                </a:lnTo>
                <a:lnTo>
                  <a:pt x="23380" y="516000"/>
                </a:lnTo>
                <a:lnTo>
                  <a:pt x="40944" y="549909"/>
                </a:lnTo>
                <a:lnTo>
                  <a:pt x="63017" y="582421"/>
                </a:lnTo>
                <a:lnTo>
                  <a:pt x="89357" y="613409"/>
                </a:lnTo>
                <a:lnTo>
                  <a:pt x="119760" y="642746"/>
                </a:lnTo>
                <a:lnTo>
                  <a:pt x="153923" y="670305"/>
                </a:lnTo>
                <a:lnTo>
                  <a:pt x="191642" y="695959"/>
                </a:lnTo>
                <a:lnTo>
                  <a:pt x="232790" y="719454"/>
                </a:lnTo>
                <a:lnTo>
                  <a:pt x="276986" y="740790"/>
                </a:lnTo>
                <a:lnTo>
                  <a:pt x="324103" y="759713"/>
                </a:lnTo>
                <a:lnTo>
                  <a:pt x="373888" y="776096"/>
                </a:lnTo>
                <a:lnTo>
                  <a:pt x="426084" y="789812"/>
                </a:lnTo>
                <a:lnTo>
                  <a:pt x="480441" y="800734"/>
                </a:lnTo>
                <a:lnTo>
                  <a:pt x="536829" y="808735"/>
                </a:lnTo>
                <a:lnTo>
                  <a:pt x="594867" y="813688"/>
                </a:lnTo>
                <a:lnTo>
                  <a:pt x="654430" y="815339"/>
                </a:lnTo>
                <a:lnTo>
                  <a:pt x="713993" y="813688"/>
                </a:lnTo>
                <a:lnTo>
                  <a:pt x="772033" y="808735"/>
                </a:lnTo>
                <a:lnTo>
                  <a:pt x="828421" y="800734"/>
                </a:lnTo>
                <a:lnTo>
                  <a:pt x="882777" y="789812"/>
                </a:lnTo>
                <a:lnTo>
                  <a:pt x="934973" y="776096"/>
                </a:lnTo>
                <a:lnTo>
                  <a:pt x="984758" y="759713"/>
                </a:lnTo>
                <a:lnTo>
                  <a:pt x="1031874" y="740790"/>
                </a:lnTo>
                <a:lnTo>
                  <a:pt x="1076071" y="719454"/>
                </a:lnTo>
                <a:lnTo>
                  <a:pt x="1117218" y="695959"/>
                </a:lnTo>
                <a:lnTo>
                  <a:pt x="1154937" y="670305"/>
                </a:lnTo>
                <a:lnTo>
                  <a:pt x="1189100" y="642746"/>
                </a:lnTo>
                <a:lnTo>
                  <a:pt x="1219454" y="613409"/>
                </a:lnTo>
                <a:lnTo>
                  <a:pt x="1245870" y="582421"/>
                </a:lnTo>
                <a:lnTo>
                  <a:pt x="1267967" y="549909"/>
                </a:lnTo>
                <a:lnTo>
                  <a:pt x="1285493" y="516000"/>
                </a:lnTo>
                <a:lnTo>
                  <a:pt x="1306195" y="444753"/>
                </a:lnTo>
                <a:lnTo>
                  <a:pt x="1308861" y="407669"/>
                </a:lnTo>
                <a:lnTo>
                  <a:pt x="1306195" y="370585"/>
                </a:lnTo>
                <a:lnTo>
                  <a:pt x="1285493" y="299338"/>
                </a:lnTo>
                <a:lnTo>
                  <a:pt x="1267967" y="265429"/>
                </a:lnTo>
                <a:lnTo>
                  <a:pt x="1245870" y="232917"/>
                </a:lnTo>
                <a:lnTo>
                  <a:pt x="1219454" y="201929"/>
                </a:lnTo>
                <a:lnTo>
                  <a:pt x="1189100" y="172592"/>
                </a:lnTo>
                <a:lnTo>
                  <a:pt x="1154937" y="145033"/>
                </a:lnTo>
                <a:lnTo>
                  <a:pt x="1117218" y="119379"/>
                </a:lnTo>
                <a:lnTo>
                  <a:pt x="1076071" y="95884"/>
                </a:lnTo>
                <a:lnTo>
                  <a:pt x="1031874" y="74548"/>
                </a:lnTo>
                <a:lnTo>
                  <a:pt x="984758" y="55625"/>
                </a:lnTo>
                <a:lnTo>
                  <a:pt x="934973" y="39242"/>
                </a:lnTo>
                <a:lnTo>
                  <a:pt x="882777" y="25526"/>
                </a:lnTo>
                <a:lnTo>
                  <a:pt x="828421" y="14604"/>
                </a:lnTo>
                <a:lnTo>
                  <a:pt x="772033" y="6603"/>
                </a:lnTo>
                <a:lnTo>
                  <a:pt x="713993" y="1650"/>
                </a:lnTo>
                <a:lnTo>
                  <a:pt x="654430" y="0"/>
                </a:lnTo>
                <a:close/>
              </a:path>
            </a:pathLst>
          </a:custGeom>
          <a:solidFill>
            <a:srgbClr val="49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571371" y="4532121"/>
            <a:ext cx="516508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FLUIG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229867" y="1780032"/>
            <a:ext cx="4547870" cy="3589020"/>
            <a:chOff x="1229867" y="1780032"/>
            <a:chExt cx="4547870" cy="3589020"/>
          </a:xfrm>
        </p:grpSpPr>
        <p:sp>
          <p:nvSpPr>
            <p:cNvPr id="23" name="object 23"/>
            <p:cNvSpPr/>
            <p:nvPr/>
          </p:nvSpPr>
          <p:spPr>
            <a:xfrm>
              <a:off x="2487168" y="3686555"/>
              <a:ext cx="3290570" cy="1682114"/>
            </a:xfrm>
            <a:custGeom>
              <a:avLst/>
              <a:gdLst/>
              <a:ahLst/>
              <a:cxnLst/>
              <a:rect l="l" t="t" r="r" b="b"/>
              <a:pathLst>
                <a:path w="3290570" h="1682114">
                  <a:moveTo>
                    <a:pt x="3021457" y="1650238"/>
                  </a:moveTo>
                  <a:lnTo>
                    <a:pt x="2945638" y="1580896"/>
                  </a:lnTo>
                  <a:lnTo>
                    <a:pt x="2941701" y="1581150"/>
                  </a:lnTo>
                  <a:lnTo>
                    <a:pt x="2936875" y="1586357"/>
                  </a:lnTo>
                  <a:lnTo>
                    <a:pt x="2937129" y="1590294"/>
                  </a:lnTo>
                  <a:lnTo>
                    <a:pt x="2987548" y="1636395"/>
                  </a:lnTo>
                  <a:lnTo>
                    <a:pt x="36449" y="999617"/>
                  </a:lnTo>
                  <a:lnTo>
                    <a:pt x="101473" y="978408"/>
                  </a:lnTo>
                  <a:lnTo>
                    <a:pt x="103251" y="974852"/>
                  </a:lnTo>
                  <a:lnTo>
                    <a:pt x="101092" y="968121"/>
                  </a:lnTo>
                  <a:lnTo>
                    <a:pt x="97536" y="966343"/>
                  </a:lnTo>
                  <a:lnTo>
                    <a:pt x="0" y="998220"/>
                  </a:lnTo>
                  <a:lnTo>
                    <a:pt x="75692" y="1067435"/>
                  </a:lnTo>
                  <a:lnTo>
                    <a:pt x="79756" y="1067308"/>
                  </a:lnTo>
                  <a:lnTo>
                    <a:pt x="84455" y="1062101"/>
                  </a:lnTo>
                  <a:lnTo>
                    <a:pt x="84328" y="1058037"/>
                  </a:lnTo>
                  <a:lnTo>
                    <a:pt x="34036" y="1012063"/>
                  </a:lnTo>
                  <a:lnTo>
                    <a:pt x="2984881" y="1648714"/>
                  </a:lnTo>
                  <a:lnTo>
                    <a:pt x="2919984" y="1669923"/>
                  </a:lnTo>
                  <a:lnTo>
                    <a:pt x="2918079" y="1673606"/>
                  </a:lnTo>
                  <a:lnTo>
                    <a:pt x="2920238" y="1680210"/>
                  </a:lnTo>
                  <a:lnTo>
                    <a:pt x="2923921" y="1681988"/>
                  </a:lnTo>
                  <a:lnTo>
                    <a:pt x="3021457" y="1650238"/>
                  </a:lnTo>
                  <a:close/>
                </a:path>
                <a:path w="3290570" h="1682114">
                  <a:moveTo>
                    <a:pt x="3290189" y="1358138"/>
                  </a:moveTo>
                  <a:lnTo>
                    <a:pt x="3236341" y="1270762"/>
                  </a:lnTo>
                  <a:lnTo>
                    <a:pt x="3232404" y="1269873"/>
                  </a:lnTo>
                  <a:lnTo>
                    <a:pt x="3226435" y="1273556"/>
                  </a:lnTo>
                  <a:lnTo>
                    <a:pt x="3225546" y="1277366"/>
                  </a:lnTo>
                  <a:lnTo>
                    <a:pt x="3261487" y="1335659"/>
                  </a:lnTo>
                  <a:lnTo>
                    <a:pt x="787654" y="15367"/>
                  </a:lnTo>
                  <a:lnTo>
                    <a:pt x="855726" y="12700"/>
                  </a:lnTo>
                  <a:lnTo>
                    <a:pt x="858393" y="9779"/>
                  </a:lnTo>
                  <a:lnTo>
                    <a:pt x="858139" y="2794"/>
                  </a:lnTo>
                  <a:lnTo>
                    <a:pt x="855218" y="0"/>
                  </a:lnTo>
                  <a:lnTo>
                    <a:pt x="752856" y="3937"/>
                  </a:lnTo>
                  <a:lnTo>
                    <a:pt x="806704" y="91313"/>
                  </a:lnTo>
                  <a:lnTo>
                    <a:pt x="810641" y="92202"/>
                  </a:lnTo>
                  <a:lnTo>
                    <a:pt x="813435" y="90297"/>
                  </a:lnTo>
                  <a:lnTo>
                    <a:pt x="816610" y="88519"/>
                  </a:lnTo>
                  <a:lnTo>
                    <a:pt x="817372" y="84582"/>
                  </a:lnTo>
                  <a:lnTo>
                    <a:pt x="781685" y="26543"/>
                  </a:lnTo>
                  <a:lnTo>
                    <a:pt x="3255391" y="1346708"/>
                  </a:lnTo>
                  <a:lnTo>
                    <a:pt x="3187192" y="1349248"/>
                  </a:lnTo>
                  <a:lnTo>
                    <a:pt x="3184525" y="1352296"/>
                  </a:lnTo>
                  <a:lnTo>
                    <a:pt x="3184779" y="1359281"/>
                  </a:lnTo>
                  <a:lnTo>
                    <a:pt x="3187700" y="1361948"/>
                  </a:lnTo>
                  <a:lnTo>
                    <a:pt x="3290189" y="1358138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9867" y="1780032"/>
              <a:ext cx="274319" cy="1996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688" y="3971544"/>
              <a:ext cx="1097280" cy="56692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646932" y="3998976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927480" y="0"/>
                  </a:moveTo>
                  <a:lnTo>
                    <a:pt x="79501" y="0"/>
                  </a:lnTo>
                  <a:lnTo>
                    <a:pt x="48513" y="6223"/>
                  </a:lnTo>
                  <a:lnTo>
                    <a:pt x="23240" y="23241"/>
                  </a:lnTo>
                  <a:lnTo>
                    <a:pt x="6222" y="48513"/>
                  </a:lnTo>
                  <a:lnTo>
                    <a:pt x="0" y="79375"/>
                  </a:lnTo>
                  <a:lnTo>
                    <a:pt x="0" y="397129"/>
                  </a:lnTo>
                  <a:lnTo>
                    <a:pt x="6222" y="427990"/>
                  </a:lnTo>
                  <a:lnTo>
                    <a:pt x="23240" y="453263"/>
                  </a:lnTo>
                  <a:lnTo>
                    <a:pt x="48513" y="470281"/>
                  </a:lnTo>
                  <a:lnTo>
                    <a:pt x="79501" y="476504"/>
                  </a:lnTo>
                  <a:lnTo>
                    <a:pt x="927480" y="476504"/>
                  </a:lnTo>
                  <a:lnTo>
                    <a:pt x="958468" y="470281"/>
                  </a:lnTo>
                  <a:lnTo>
                    <a:pt x="983741" y="453263"/>
                  </a:lnTo>
                  <a:lnTo>
                    <a:pt x="1000759" y="427990"/>
                  </a:lnTo>
                  <a:lnTo>
                    <a:pt x="1006982" y="397129"/>
                  </a:lnTo>
                  <a:lnTo>
                    <a:pt x="1006982" y="79375"/>
                  </a:lnTo>
                  <a:lnTo>
                    <a:pt x="1000759" y="48513"/>
                  </a:lnTo>
                  <a:lnTo>
                    <a:pt x="983741" y="23241"/>
                  </a:lnTo>
                  <a:lnTo>
                    <a:pt x="958468" y="6223"/>
                  </a:lnTo>
                  <a:lnTo>
                    <a:pt x="9274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46932" y="3998976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0" y="79375"/>
                  </a:moveTo>
                  <a:lnTo>
                    <a:pt x="6222" y="48513"/>
                  </a:lnTo>
                  <a:lnTo>
                    <a:pt x="23240" y="23241"/>
                  </a:lnTo>
                  <a:lnTo>
                    <a:pt x="48513" y="6223"/>
                  </a:lnTo>
                  <a:lnTo>
                    <a:pt x="79501" y="0"/>
                  </a:lnTo>
                  <a:lnTo>
                    <a:pt x="927480" y="0"/>
                  </a:lnTo>
                  <a:lnTo>
                    <a:pt x="958468" y="6223"/>
                  </a:lnTo>
                  <a:lnTo>
                    <a:pt x="983741" y="23241"/>
                  </a:lnTo>
                  <a:lnTo>
                    <a:pt x="1000759" y="48513"/>
                  </a:lnTo>
                  <a:lnTo>
                    <a:pt x="1006982" y="79375"/>
                  </a:lnTo>
                  <a:lnTo>
                    <a:pt x="1006982" y="397129"/>
                  </a:lnTo>
                  <a:lnTo>
                    <a:pt x="1000759" y="427990"/>
                  </a:lnTo>
                  <a:lnTo>
                    <a:pt x="983741" y="453263"/>
                  </a:lnTo>
                  <a:lnTo>
                    <a:pt x="958468" y="470281"/>
                  </a:lnTo>
                  <a:lnTo>
                    <a:pt x="927480" y="476504"/>
                  </a:lnTo>
                  <a:lnTo>
                    <a:pt x="79501" y="476504"/>
                  </a:lnTo>
                  <a:lnTo>
                    <a:pt x="48513" y="470281"/>
                  </a:lnTo>
                  <a:lnTo>
                    <a:pt x="23240" y="453263"/>
                  </a:lnTo>
                  <a:lnTo>
                    <a:pt x="6222" y="427990"/>
                  </a:lnTo>
                  <a:lnTo>
                    <a:pt x="0" y="397129"/>
                  </a:lnTo>
                  <a:lnTo>
                    <a:pt x="0" y="79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543938" y="1496313"/>
            <a:ext cx="1115695" cy="456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40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Integrações</a:t>
            </a:r>
            <a:r>
              <a:rPr sz="1000" spc="15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OffLine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10">
                <a:latin typeface="Calibri"/>
                <a:cs typeface="Calibri"/>
              </a:rPr>
              <a:t> Nuvem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99661" y="4089908"/>
            <a:ext cx="48640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Business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Intelligence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641092" y="4611623"/>
            <a:ext cx="1097280" cy="567055"/>
            <a:chOff x="2641092" y="4611623"/>
            <a:chExt cx="1097280" cy="567055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41092" y="4611623"/>
              <a:ext cx="1097280" cy="5669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688336" y="4639055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927480" y="0"/>
                  </a:moveTo>
                  <a:lnTo>
                    <a:pt x="79501" y="0"/>
                  </a:lnTo>
                  <a:lnTo>
                    <a:pt x="48513" y="6223"/>
                  </a:lnTo>
                  <a:lnTo>
                    <a:pt x="23240" y="23241"/>
                  </a:lnTo>
                  <a:lnTo>
                    <a:pt x="6222" y="48514"/>
                  </a:lnTo>
                  <a:lnTo>
                    <a:pt x="0" y="79375"/>
                  </a:lnTo>
                  <a:lnTo>
                    <a:pt x="0" y="397129"/>
                  </a:lnTo>
                  <a:lnTo>
                    <a:pt x="6222" y="427990"/>
                  </a:lnTo>
                  <a:lnTo>
                    <a:pt x="23240" y="453263"/>
                  </a:lnTo>
                  <a:lnTo>
                    <a:pt x="48513" y="470281"/>
                  </a:lnTo>
                  <a:lnTo>
                    <a:pt x="79501" y="476504"/>
                  </a:lnTo>
                  <a:lnTo>
                    <a:pt x="927480" y="476504"/>
                  </a:lnTo>
                  <a:lnTo>
                    <a:pt x="958468" y="470281"/>
                  </a:lnTo>
                  <a:lnTo>
                    <a:pt x="983741" y="453263"/>
                  </a:lnTo>
                  <a:lnTo>
                    <a:pt x="1000760" y="427990"/>
                  </a:lnTo>
                  <a:lnTo>
                    <a:pt x="1006983" y="397129"/>
                  </a:lnTo>
                  <a:lnTo>
                    <a:pt x="1006983" y="79375"/>
                  </a:lnTo>
                  <a:lnTo>
                    <a:pt x="1000760" y="48514"/>
                  </a:lnTo>
                  <a:lnTo>
                    <a:pt x="983741" y="23241"/>
                  </a:lnTo>
                  <a:lnTo>
                    <a:pt x="958468" y="6223"/>
                  </a:lnTo>
                  <a:lnTo>
                    <a:pt x="9274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88336" y="4639055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0" y="79375"/>
                  </a:moveTo>
                  <a:lnTo>
                    <a:pt x="6222" y="48514"/>
                  </a:lnTo>
                  <a:lnTo>
                    <a:pt x="23240" y="23241"/>
                  </a:lnTo>
                  <a:lnTo>
                    <a:pt x="48513" y="6223"/>
                  </a:lnTo>
                  <a:lnTo>
                    <a:pt x="79501" y="0"/>
                  </a:lnTo>
                  <a:lnTo>
                    <a:pt x="927480" y="0"/>
                  </a:lnTo>
                  <a:lnTo>
                    <a:pt x="958468" y="6223"/>
                  </a:lnTo>
                  <a:lnTo>
                    <a:pt x="983741" y="23241"/>
                  </a:lnTo>
                  <a:lnTo>
                    <a:pt x="1000760" y="48514"/>
                  </a:lnTo>
                  <a:lnTo>
                    <a:pt x="1006983" y="79375"/>
                  </a:lnTo>
                  <a:lnTo>
                    <a:pt x="1006983" y="397129"/>
                  </a:lnTo>
                  <a:lnTo>
                    <a:pt x="1000760" y="427990"/>
                  </a:lnTo>
                  <a:lnTo>
                    <a:pt x="983741" y="453263"/>
                  </a:lnTo>
                  <a:lnTo>
                    <a:pt x="958468" y="470281"/>
                  </a:lnTo>
                  <a:lnTo>
                    <a:pt x="927480" y="476504"/>
                  </a:lnTo>
                  <a:lnTo>
                    <a:pt x="79501" y="476504"/>
                  </a:lnTo>
                  <a:lnTo>
                    <a:pt x="48513" y="470281"/>
                  </a:lnTo>
                  <a:lnTo>
                    <a:pt x="23240" y="453263"/>
                  </a:lnTo>
                  <a:lnTo>
                    <a:pt x="6222" y="427990"/>
                  </a:lnTo>
                  <a:lnTo>
                    <a:pt x="0" y="397129"/>
                  </a:lnTo>
                  <a:lnTo>
                    <a:pt x="0" y="79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850007" y="4668723"/>
            <a:ext cx="6921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Aprovações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pedidos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vendas/compras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663440" y="2859023"/>
            <a:ext cx="1431290" cy="2097405"/>
            <a:chOff x="4663440" y="2859023"/>
            <a:chExt cx="1431290" cy="2097405"/>
          </a:xfrm>
        </p:grpSpPr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00242" y="4850891"/>
              <a:ext cx="93980" cy="10502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77664" y="2879851"/>
              <a:ext cx="1402715" cy="2055495"/>
            </a:xfrm>
            <a:custGeom>
              <a:avLst/>
              <a:gdLst/>
              <a:ahLst/>
              <a:cxnLst/>
              <a:rect l="l" t="t" r="r" b="b"/>
              <a:pathLst>
                <a:path w="1402714" h="2055495">
                  <a:moveTo>
                    <a:pt x="0" y="0"/>
                  </a:moveTo>
                  <a:lnTo>
                    <a:pt x="888" y="12700"/>
                  </a:lnTo>
                  <a:lnTo>
                    <a:pt x="1391031" y="2049780"/>
                  </a:lnTo>
                  <a:lnTo>
                    <a:pt x="1402334" y="2055241"/>
                  </a:lnTo>
                  <a:lnTo>
                    <a:pt x="1401445" y="2042541"/>
                  </a:lnTo>
                  <a:lnTo>
                    <a:pt x="11430" y="54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63440" y="2859023"/>
              <a:ext cx="93980" cy="10490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21936" y="3611879"/>
              <a:ext cx="911351" cy="48006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869180" y="3639311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756158" y="0"/>
                  </a:moveTo>
                  <a:lnTo>
                    <a:pt x="65024" y="0"/>
                  </a:lnTo>
                  <a:lnTo>
                    <a:pt x="39750" y="5080"/>
                  </a:lnTo>
                  <a:lnTo>
                    <a:pt x="19050" y="19050"/>
                  </a:lnTo>
                  <a:lnTo>
                    <a:pt x="5080" y="39624"/>
                  </a:lnTo>
                  <a:lnTo>
                    <a:pt x="0" y="64896"/>
                  </a:lnTo>
                  <a:lnTo>
                    <a:pt x="0" y="324738"/>
                  </a:lnTo>
                  <a:lnTo>
                    <a:pt x="5080" y="350138"/>
                  </a:lnTo>
                  <a:lnTo>
                    <a:pt x="19050" y="370713"/>
                  </a:lnTo>
                  <a:lnTo>
                    <a:pt x="39750" y="384682"/>
                  </a:lnTo>
                  <a:lnTo>
                    <a:pt x="65024" y="389763"/>
                  </a:lnTo>
                  <a:lnTo>
                    <a:pt x="756158" y="389763"/>
                  </a:lnTo>
                  <a:lnTo>
                    <a:pt x="781431" y="384682"/>
                  </a:lnTo>
                  <a:lnTo>
                    <a:pt x="802132" y="370713"/>
                  </a:lnTo>
                  <a:lnTo>
                    <a:pt x="816102" y="350138"/>
                  </a:lnTo>
                  <a:lnTo>
                    <a:pt x="821182" y="324738"/>
                  </a:lnTo>
                  <a:lnTo>
                    <a:pt x="821182" y="64896"/>
                  </a:lnTo>
                  <a:lnTo>
                    <a:pt x="816102" y="39624"/>
                  </a:lnTo>
                  <a:lnTo>
                    <a:pt x="802132" y="19050"/>
                  </a:lnTo>
                  <a:lnTo>
                    <a:pt x="781431" y="5080"/>
                  </a:lnTo>
                  <a:lnTo>
                    <a:pt x="7561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69180" y="3639311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0" y="64896"/>
                  </a:moveTo>
                  <a:lnTo>
                    <a:pt x="5080" y="39624"/>
                  </a:lnTo>
                  <a:lnTo>
                    <a:pt x="19050" y="19050"/>
                  </a:lnTo>
                  <a:lnTo>
                    <a:pt x="39750" y="5080"/>
                  </a:lnTo>
                  <a:lnTo>
                    <a:pt x="65024" y="0"/>
                  </a:lnTo>
                  <a:lnTo>
                    <a:pt x="756158" y="0"/>
                  </a:lnTo>
                  <a:lnTo>
                    <a:pt x="781431" y="5080"/>
                  </a:lnTo>
                  <a:lnTo>
                    <a:pt x="802132" y="19050"/>
                  </a:lnTo>
                  <a:lnTo>
                    <a:pt x="816102" y="39624"/>
                  </a:lnTo>
                  <a:lnTo>
                    <a:pt x="821182" y="64896"/>
                  </a:lnTo>
                  <a:lnTo>
                    <a:pt x="821182" y="324738"/>
                  </a:lnTo>
                  <a:lnTo>
                    <a:pt x="816102" y="350138"/>
                  </a:lnTo>
                  <a:lnTo>
                    <a:pt x="802132" y="370713"/>
                  </a:lnTo>
                  <a:lnTo>
                    <a:pt x="781431" y="384682"/>
                  </a:lnTo>
                  <a:lnTo>
                    <a:pt x="756158" y="389763"/>
                  </a:lnTo>
                  <a:lnTo>
                    <a:pt x="65024" y="389763"/>
                  </a:lnTo>
                  <a:lnTo>
                    <a:pt x="39750" y="384682"/>
                  </a:lnTo>
                  <a:lnTo>
                    <a:pt x="19050" y="370713"/>
                  </a:lnTo>
                  <a:lnTo>
                    <a:pt x="5080" y="350138"/>
                  </a:lnTo>
                  <a:lnTo>
                    <a:pt x="0" y="324738"/>
                  </a:lnTo>
                  <a:lnTo>
                    <a:pt x="0" y="6489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054853" y="3686302"/>
            <a:ext cx="44195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 indent="-6731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Análise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 spc="-40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crédito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216405" y="2083307"/>
            <a:ext cx="5641975" cy="3747770"/>
            <a:chOff x="1216405" y="2083307"/>
            <a:chExt cx="5641975" cy="3747770"/>
          </a:xfrm>
        </p:grpSpPr>
        <p:sp>
          <p:nvSpPr>
            <p:cNvPr id="44" name="object 44"/>
            <p:cNvSpPr/>
            <p:nvPr/>
          </p:nvSpPr>
          <p:spPr>
            <a:xfrm>
              <a:off x="1228343" y="2107691"/>
              <a:ext cx="255904" cy="181610"/>
            </a:xfrm>
            <a:custGeom>
              <a:avLst/>
              <a:gdLst/>
              <a:ahLst/>
              <a:cxnLst/>
              <a:rect l="l" t="t" r="r" b="b"/>
              <a:pathLst>
                <a:path w="255905" h="181610">
                  <a:moveTo>
                    <a:pt x="255524" y="0"/>
                  </a:moveTo>
                  <a:lnTo>
                    <a:pt x="0" y="0"/>
                  </a:lnTo>
                  <a:lnTo>
                    <a:pt x="0" y="181101"/>
                  </a:lnTo>
                  <a:lnTo>
                    <a:pt x="255524" y="181101"/>
                  </a:lnTo>
                  <a:lnTo>
                    <a:pt x="255524" y="0"/>
                  </a:lnTo>
                  <a:close/>
                </a:path>
              </a:pathLst>
            </a:custGeom>
            <a:solidFill>
              <a:srgbClr val="5F8E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29105" y="2108453"/>
              <a:ext cx="255904" cy="181610"/>
            </a:xfrm>
            <a:custGeom>
              <a:avLst/>
              <a:gdLst/>
              <a:ahLst/>
              <a:cxnLst/>
              <a:rect l="l" t="t" r="r" b="b"/>
              <a:pathLst>
                <a:path w="255905" h="181610">
                  <a:moveTo>
                    <a:pt x="0" y="181101"/>
                  </a:moveTo>
                  <a:lnTo>
                    <a:pt x="255524" y="181101"/>
                  </a:lnTo>
                  <a:lnTo>
                    <a:pt x="255524" y="0"/>
                  </a:lnTo>
                  <a:lnTo>
                    <a:pt x="0" y="0"/>
                  </a:lnTo>
                  <a:lnTo>
                    <a:pt x="0" y="181101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59196" y="5321807"/>
              <a:ext cx="1098803" cy="50901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86327" y="2083307"/>
              <a:ext cx="1530096" cy="969263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540891" y="2122754"/>
            <a:ext cx="13188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Nuvem</a:t>
            </a:r>
            <a:r>
              <a:rPr sz="1000" spc="-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privada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-</a:t>
            </a:r>
            <a:r>
              <a:rPr sz="1000" spc="-55">
                <a:latin typeface="Calibri"/>
                <a:cs typeface="Calibri"/>
              </a:rPr>
              <a:t> </a:t>
            </a:r>
            <a:r>
              <a:rPr sz="1000" spc="-20">
                <a:latin typeface="Calibri"/>
                <a:cs typeface="Calibri"/>
              </a:rPr>
              <a:t>AZURE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805362" y="2387515"/>
            <a:ext cx="6750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>
                <a:solidFill>
                  <a:srgbClr val="FFFFFF"/>
                </a:solidFill>
                <a:latin typeface="Calibri"/>
                <a:cs typeface="Calibri"/>
              </a:rPr>
              <a:t>SERASA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498591" y="1712976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1" y="0"/>
                </a:moveTo>
                <a:lnTo>
                  <a:pt x="594868" y="1650"/>
                </a:lnTo>
                <a:lnTo>
                  <a:pt x="536829" y="6603"/>
                </a:lnTo>
                <a:lnTo>
                  <a:pt x="480441" y="14604"/>
                </a:lnTo>
                <a:lnTo>
                  <a:pt x="426085" y="25526"/>
                </a:lnTo>
                <a:lnTo>
                  <a:pt x="373888" y="39243"/>
                </a:lnTo>
                <a:lnTo>
                  <a:pt x="324104" y="55625"/>
                </a:lnTo>
                <a:lnTo>
                  <a:pt x="276987" y="74549"/>
                </a:lnTo>
                <a:lnTo>
                  <a:pt x="232791" y="95885"/>
                </a:lnTo>
                <a:lnTo>
                  <a:pt x="191643" y="119379"/>
                </a:lnTo>
                <a:lnTo>
                  <a:pt x="153924" y="145034"/>
                </a:lnTo>
                <a:lnTo>
                  <a:pt x="119761" y="172593"/>
                </a:lnTo>
                <a:lnTo>
                  <a:pt x="89408" y="201929"/>
                </a:lnTo>
                <a:lnTo>
                  <a:pt x="62992" y="232918"/>
                </a:lnTo>
                <a:lnTo>
                  <a:pt x="40894" y="265429"/>
                </a:lnTo>
                <a:lnTo>
                  <a:pt x="23368" y="299338"/>
                </a:lnTo>
                <a:lnTo>
                  <a:pt x="2667" y="370586"/>
                </a:lnTo>
                <a:lnTo>
                  <a:pt x="0" y="407670"/>
                </a:lnTo>
                <a:lnTo>
                  <a:pt x="2667" y="444753"/>
                </a:lnTo>
                <a:lnTo>
                  <a:pt x="23368" y="516000"/>
                </a:lnTo>
                <a:lnTo>
                  <a:pt x="40894" y="549910"/>
                </a:lnTo>
                <a:lnTo>
                  <a:pt x="62992" y="582422"/>
                </a:lnTo>
                <a:lnTo>
                  <a:pt x="89408" y="613410"/>
                </a:lnTo>
                <a:lnTo>
                  <a:pt x="119761" y="642747"/>
                </a:lnTo>
                <a:lnTo>
                  <a:pt x="153924" y="670306"/>
                </a:lnTo>
                <a:lnTo>
                  <a:pt x="191643" y="695960"/>
                </a:lnTo>
                <a:lnTo>
                  <a:pt x="232791" y="719454"/>
                </a:lnTo>
                <a:lnTo>
                  <a:pt x="276987" y="740790"/>
                </a:lnTo>
                <a:lnTo>
                  <a:pt x="324104" y="759713"/>
                </a:lnTo>
                <a:lnTo>
                  <a:pt x="373888" y="776097"/>
                </a:lnTo>
                <a:lnTo>
                  <a:pt x="426085" y="789813"/>
                </a:lnTo>
                <a:lnTo>
                  <a:pt x="480441" y="800735"/>
                </a:lnTo>
                <a:lnTo>
                  <a:pt x="536829" y="808736"/>
                </a:lnTo>
                <a:lnTo>
                  <a:pt x="594868" y="813688"/>
                </a:lnTo>
                <a:lnTo>
                  <a:pt x="654431" y="815339"/>
                </a:lnTo>
                <a:lnTo>
                  <a:pt x="713994" y="813688"/>
                </a:lnTo>
                <a:lnTo>
                  <a:pt x="772033" y="808736"/>
                </a:lnTo>
                <a:lnTo>
                  <a:pt x="828421" y="800735"/>
                </a:lnTo>
                <a:lnTo>
                  <a:pt x="882777" y="789813"/>
                </a:lnTo>
                <a:lnTo>
                  <a:pt x="934974" y="776097"/>
                </a:lnTo>
                <a:lnTo>
                  <a:pt x="984758" y="759713"/>
                </a:lnTo>
                <a:lnTo>
                  <a:pt x="1031875" y="740790"/>
                </a:lnTo>
                <a:lnTo>
                  <a:pt x="1076071" y="719454"/>
                </a:lnTo>
                <a:lnTo>
                  <a:pt x="1117218" y="695960"/>
                </a:lnTo>
                <a:lnTo>
                  <a:pt x="1154938" y="670306"/>
                </a:lnTo>
                <a:lnTo>
                  <a:pt x="1189101" y="642747"/>
                </a:lnTo>
                <a:lnTo>
                  <a:pt x="1219454" y="613410"/>
                </a:lnTo>
                <a:lnTo>
                  <a:pt x="1245869" y="582422"/>
                </a:lnTo>
                <a:lnTo>
                  <a:pt x="1267967" y="549910"/>
                </a:lnTo>
                <a:lnTo>
                  <a:pt x="1285493" y="516000"/>
                </a:lnTo>
                <a:lnTo>
                  <a:pt x="1306194" y="444753"/>
                </a:lnTo>
                <a:lnTo>
                  <a:pt x="1308862" y="407670"/>
                </a:lnTo>
                <a:lnTo>
                  <a:pt x="1306194" y="370586"/>
                </a:lnTo>
                <a:lnTo>
                  <a:pt x="1285493" y="299338"/>
                </a:lnTo>
                <a:lnTo>
                  <a:pt x="1267967" y="265429"/>
                </a:lnTo>
                <a:lnTo>
                  <a:pt x="1245869" y="232918"/>
                </a:lnTo>
                <a:lnTo>
                  <a:pt x="1219454" y="201929"/>
                </a:lnTo>
                <a:lnTo>
                  <a:pt x="1189101" y="172593"/>
                </a:lnTo>
                <a:lnTo>
                  <a:pt x="1154938" y="145034"/>
                </a:lnTo>
                <a:lnTo>
                  <a:pt x="1117218" y="119379"/>
                </a:lnTo>
                <a:lnTo>
                  <a:pt x="1076071" y="95885"/>
                </a:lnTo>
                <a:lnTo>
                  <a:pt x="1031875" y="74549"/>
                </a:lnTo>
                <a:lnTo>
                  <a:pt x="984758" y="55625"/>
                </a:lnTo>
                <a:lnTo>
                  <a:pt x="934974" y="39243"/>
                </a:lnTo>
                <a:lnTo>
                  <a:pt x="882777" y="25526"/>
                </a:lnTo>
                <a:lnTo>
                  <a:pt x="828421" y="14604"/>
                </a:lnTo>
                <a:lnTo>
                  <a:pt x="772033" y="6603"/>
                </a:lnTo>
                <a:lnTo>
                  <a:pt x="713994" y="1650"/>
                </a:lnTo>
                <a:lnTo>
                  <a:pt x="654431" y="0"/>
                </a:lnTo>
                <a:close/>
              </a:path>
            </a:pathLst>
          </a:custGeom>
          <a:solidFill>
            <a:srgbClr val="00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698744" y="1980734"/>
            <a:ext cx="93065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FFFFFF"/>
                </a:solidFill>
                <a:latin typeface="Calibri"/>
                <a:cs typeface="Calibri"/>
              </a:rPr>
              <a:t>Banco</a:t>
            </a:r>
            <a:r>
              <a:rPr sz="1600" b="1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FFFFFF"/>
                </a:solidFill>
                <a:latin typeface="Calibri"/>
                <a:cs typeface="Calibri"/>
              </a:rPr>
              <a:t>Itaú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2" name="object 5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284719" y="2077211"/>
            <a:ext cx="1394459" cy="900684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7611900" y="2265884"/>
            <a:ext cx="740095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TOTVS</a:t>
            </a:r>
          </a:p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  TSS</a:t>
            </a:r>
            <a:endParaRPr lang="pt-BR" sz="16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617207" y="2927604"/>
            <a:ext cx="1186815" cy="1983739"/>
            <a:chOff x="6617207" y="2927604"/>
            <a:chExt cx="1186815" cy="1983739"/>
          </a:xfrm>
        </p:grpSpPr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17207" y="4805933"/>
              <a:ext cx="90932" cy="10541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630161" y="2949194"/>
              <a:ext cx="1161415" cy="1940560"/>
            </a:xfrm>
            <a:custGeom>
              <a:avLst/>
              <a:gdLst/>
              <a:ahLst/>
              <a:cxnLst/>
              <a:rect l="l" t="t" r="r" b="b"/>
              <a:pathLst>
                <a:path w="1161415" h="1940560">
                  <a:moveTo>
                    <a:pt x="1160907" y="0"/>
                  </a:moveTo>
                  <a:lnTo>
                    <a:pt x="1149858" y="6095"/>
                  </a:lnTo>
                  <a:lnTo>
                    <a:pt x="127" y="1927859"/>
                  </a:lnTo>
                  <a:lnTo>
                    <a:pt x="0" y="1940559"/>
                  </a:lnTo>
                  <a:lnTo>
                    <a:pt x="11049" y="1934463"/>
                  </a:lnTo>
                  <a:lnTo>
                    <a:pt x="1160780" y="12572"/>
                  </a:lnTo>
                  <a:lnTo>
                    <a:pt x="1160907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13090" y="2927604"/>
              <a:ext cx="90931" cy="10541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64095" y="3477768"/>
              <a:ext cx="900683" cy="44957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911339" y="3505200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6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6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0696" y="359282"/>
                  </a:lnTo>
                  <a:lnTo>
                    <a:pt x="774064" y="354583"/>
                  </a:lnTo>
                  <a:lnTo>
                    <a:pt x="793114" y="341756"/>
                  </a:lnTo>
                  <a:lnTo>
                    <a:pt x="805941" y="322706"/>
                  </a:lnTo>
                  <a:lnTo>
                    <a:pt x="810640" y="299338"/>
                  </a:lnTo>
                  <a:lnTo>
                    <a:pt x="810640" y="59816"/>
                  </a:lnTo>
                  <a:lnTo>
                    <a:pt x="805941" y="36575"/>
                  </a:lnTo>
                  <a:lnTo>
                    <a:pt x="793114" y="17525"/>
                  </a:lnTo>
                  <a:lnTo>
                    <a:pt x="774064" y="4699"/>
                  </a:lnTo>
                  <a:lnTo>
                    <a:pt x="75069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911339" y="3505200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6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6" y="0"/>
                  </a:lnTo>
                  <a:lnTo>
                    <a:pt x="774064" y="4699"/>
                  </a:lnTo>
                  <a:lnTo>
                    <a:pt x="793114" y="17525"/>
                  </a:lnTo>
                  <a:lnTo>
                    <a:pt x="805941" y="36575"/>
                  </a:lnTo>
                  <a:lnTo>
                    <a:pt x="810640" y="59816"/>
                  </a:lnTo>
                  <a:lnTo>
                    <a:pt x="810640" y="299338"/>
                  </a:lnTo>
                  <a:lnTo>
                    <a:pt x="805941" y="322706"/>
                  </a:lnTo>
                  <a:lnTo>
                    <a:pt x="793114" y="341756"/>
                  </a:lnTo>
                  <a:lnTo>
                    <a:pt x="774064" y="354583"/>
                  </a:lnTo>
                  <a:lnTo>
                    <a:pt x="750696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7041642" y="3536950"/>
            <a:ext cx="53975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Envio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Notas</a:t>
            </a:r>
            <a:r>
              <a:rPr sz="800" spc="-20">
                <a:latin typeface="Calibri"/>
                <a:cs typeface="Calibri"/>
              </a:rPr>
              <a:t> Fiscais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618731" y="4030979"/>
            <a:ext cx="901065" cy="449580"/>
            <a:chOff x="6618731" y="4030979"/>
            <a:chExt cx="901065" cy="449580"/>
          </a:xfrm>
        </p:grpSpPr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18731" y="4030979"/>
              <a:ext cx="900683" cy="44958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665975" y="40584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7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4" y="359282"/>
                  </a:lnTo>
                  <a:lnTo>
                    <a:pt x="750697" y="359282"/>
                  </a:lnTo>
                  <a:lnTo>
                    <a:pt x="774065" y="354583"/>
                  </a:lnTo>
                  <a:lnTo>
                    <a:pt x="793115" y="341756"/>
                  </a:lnTo>
                  <a:lnTo>
                    <a:pt x="805942" y="322706"/>
                  </a:lnTo>
                  <a:lnTo>
                    <a:pt x="810641" y="299338"/>
                  </a:lnTo>
                  <a:lnTo>
                    <a:pt x="810641" y="59817"/>
                  </a:lnTo>
                  <a:lnTo>
                    <a:pt x="805942" y="36575"/>
                  </a:lnTo>
                  <a:lnTo>
                    <a:pt x="793115" y="17525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665975" y="40584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5"/>
                  </a:lnTo>
                  <a:lnTo>
                    <a:pt x="805942" y="36575"/>
                  </a:lnTo>
                  <a:lnTo>
                    <a:pt x="810641" y="59817"/>
                  </a:lnTo>
                  <a:lnTo>
                    <a:pt x="810641" y="299338"/>
                  </a:lnTo>
                  <a:lnTo>
                    <a:pt x="805942" y="322706"/>
                  </a:lnTo>
                  <a:lnTo>
                    <a:pt x="793115" y="341756"/>
                  </a:lnTo>
                  <a:lnTo>
                    <a:pt x="774065" y="354583"/>
                  </a:lnTo>
                  <a:lnTo>
                    <a:pt x="750697" y="359282"/>
                  </a:lnTo>
                  <a:lnTo>
                    <a:pt x="59944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829806" y="4090542"/>
            <a:ext cx="4743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marR="5080" indent="-106680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Obrigações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fiscais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730240" y="2933700"/>
            <a:ext cx="902335" cy="449580"/>
            <a:chOff x="5730240" y="2933700"/>
            <a:chExt cx="902335" cy="449580"/>
          </a:xfrm>
        </p:grpSpPr>
        <p:pic>
          <p:nvPicPr>
            <p:cNvPr id="68" name="object 6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30240" y="2933700"/>
              <a:ext cx="902208" cy="44957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777484" y="2961132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751839" y="0"/>
                  </a:moveTo>
                  <a:lnTo>
                    <a:pt x="59943" y="0"/>
                  </a:lnTo>
                  <a:lnTo>
                    <a:pt x="36575" y="4698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6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1839" y="359282"/>
                  </a:lnTo>
                  <a:lnTo>
                    <a:pt x="775208" y="354583"/>
                  </a:lnTo>
                  <a:lnTo>
                    <a:pt x="794258" y="341756"/>
                  </a:lnTo>
                  <a:lnTo>
                    <a:pt x="807085" y="322706"/>
                  </a:lnTo>
                  <a:lnTo>
                    <a:pt x="811784" y="299338"/>
                  </a:lnTo>
                  <a:lnTo>
                    <a:pt x="811784" y="59816"/>
                  </a:lnTo>
                  <a:lnTo>
                    <a:pt x="807085" y="36575"/>
                  </a:lnTo>
                  <a:lnTo>
                    <a:pt x="794258" y="17525"/>
                  </a:lnTo>
                  <a:lnTo>
                    <a:pt x="775208" y="4698"/>
                  </a:lnTo>
                  <a:lnTo>
                    <a:pt x="7518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777484" y="2961132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0" y="59816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8"/>
                  </a:lnTo>
                  <a:lnTo>
                    <a:pt x="59943" y="0"/>
                  </a:lnTo>
                  <a:lnTo>
                    <a:pt x="751839" y="0"/>
                  </a:lnTo>
                  <a:lnTo>
                    <a:pt x="775208" y="4698"/>
                  </a:lnTo>
                  <a:lnTo>
                    <a:pt x="794258" y="17525"/>
                  </a:lnTo>
                  <a:lnTo>
                    <a:pt x="807085" y="36575"/>
                  </a:lnTo>
                  <a:lnTo>
                    <a:pt x="811784" y="59816"/>
                  </a:lnTo>
                  <a:lnTo>
                    <a:pt x="811784" y="299338"/>
                  </a:lnTo>
                  <a:lnTo>
                    <a:pt x="807085" y="322706"/>
                  </a:lnTo>
                  <a:lnTo>
                    <a:pt x="794258" y="341756"/>
                  </a:lnTo>
                  <a:lnTo>
                    <a:pt x="775208" y="354583"/>
                  </a:lnTo>
                  <a:lnTo>
                    <a:pt x="751839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994653" y="2993263"/>
            <a:ext cx="37655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80" marR="5080" indent="-18415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Contas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receber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695700" y="4844796"/>
            <a:ext cx="911860" cy="480059"/>
            <a:chOff x="3695700" y="4844796"/>
            <a:chExt cx="911860" cy="480059"/>
          </a:xfrm>
        </p:grpSpPr>
        <p:pic>
          <p:nvPicPr>
            <p:cNvPr id="73" name="object 7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95700" y="4844796"/>
              <a:ext cx="911351" cy="480059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3742944" y="4872228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756157" y="0"/>
                  </a:moveTo>
                  <a:lnTo>
                    <a:pt x="65023" y="0"/>
                  </a:lnTo>
                  <a:lnTo>
                    <a:pt x="39750" y="5080"/>
                  </a:lnTo>
                  <a:lnTo>
                    <a:pt x="19050" y="19050"/>
                  </a:lnTo>
                  <a:lnTo>
                    <a:pt x="5079" y="39624"/>
                  </a:lnTo>
                  <a:lnTo>
                    <a:pt x="0" y="64897"/>
                  </a:lnTo>
                  <a:lnTo>
                    <a:pt x="0" y="324739"/>
                  </a:lnTo>
                  <a:lnTo>
                    <a:pt x="5079" y="350139"/>
                  </a:lnTo>
                  <a:lnTo>
                    <a:pt x="19050" y="370713"/>
                  </a:lnTo>
                  <a:lnTo>
                    <a:pt x="39750" y="384683"/>
                  </a:lnTo>
                  <a:lnTo>
                    <a:pt x="65023" y="389763"/>
                  </a:lnTo>
                  <a:lnTo>
                    <a:pt x="756157" y="389763"/>
                  </a:lnTo>
                  <a:lnTo>
                    <a:pt x="781430" y="384683"/>
                  </a:lnTo>
                  <a:lnTo>
                    <a:pt x="802131" y="370713"/>
                  </a:lnTo>
                  <a:lnTo>
                    <a:pt x="816101" y="350139"/>
                  </a:lnTo>
                  <a:lnTo>
                    <a:pt x="821181" y="324739"/>
                  </a:lnTo>
                  <a:lnTo>
                    <a:pt x="821181" y="64897"/>
                  </a:lnTo>
                  <a:lnTo>
                    <a:pt x="816101" y="39624"/>
                  </a:lnTo>
                  <a:lnTo>
                    <a:pt x="802131" y="19050"/>
                  </a:lnTo>
                  <a:lnTo>
                    <a:pt x="781430" y="5080"/>
                  </a:lnTo>
                  <a:lnTo>
                    <a:pt x="75615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742944" y="4872228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0" y="64897"/>
                  </a:moveTo>
                  <a:lnTo>
                    <a:pt x="5079" y="39624"/>
                  </a:lnTo>
                  <a:lnTo>
                    <a:pt x="19050" y="19050"/>
                  </a:lnTo>
                  <a:lnTo>
                    <a:pt x="39750" y="5080"/>
                  </a:lnTo>
                  <a:lnTo>
                    <a:pt x="65023" y="0"/>
                  </a:lnTo>
                  <a:lnTo>
                    <a:pt x="756157" y="0"/>
                  </a:lnTo>
                  <a:lnTo>
                    <a:pt x="781430" y="5080"/>
                  </a:lnTo>
                  <a:lnTo>
                    <a:pt x="802131" y="19050"/>
                  </a:lnTo>
                  <a:lnTo>
                    <a:pt x="816101" y="39624"/>
                  </a:lnTo>
                  <a:lnTo>
                    <a:pt x="821181" y="64897"/>
                  </a:lnTo>
                  <a:lnTo>
                    <a:pt x="821181" y="324739"/>
                  </a:lnTo>
                  <a:lnTo>
                    <a:pt x="816101" y="350139"/>
                  </a:lnTo>
                  <a:lnTo>
                    <a:pt x="802131" y="370713"/>
                  </a:lnTo>
                  <a:lnTo>
                    <a:pt x="781430" y="384683"/>
                  </a:lnTo>
                  <a:lnTo>
                    <a:pt x="756157" y="389763"/>
                  </a:lnTo>
                  <a:lnTo>
                    <a:pt x="65023" y="389763"/>
                  </a:lnTo>
                  <a:lnTo>
                    <a:pt x="39750" y="384683"/>
                  </a:lnTo>
                  <a:lnTo>
                    <a:pt x="19050" y="370713"/>
                  </a:lnTo>
                  <a:lnTo>
                    <a:pt x="5079" y="350139"/>
                  </a:lnTo>
                  <a:lnTo>
                    <a:pt x="0" y="324739"/>
                  </a:lnTo>
                  <a:lnTo>
                    <a:pt x="0" y="648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3982592" y="4919217"/>
            <a:ext cx="330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sz="800" spc="-20">
                <a:latin typeface="Calibri"/>
                <a:cs typeface="Calibri"/>
              </a:rPr>
              <a:t>ITSM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spc="-10">
                <a:latin typeface="Calibri"/>
                <a:cs typeface="Calibri"/>
              </a:rPr>
              <a:t>Jurídico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605528" y="5117591"/>
            <a:ext cx="710565" cy="318770"/>
            <a:chOff x="4605528" y="5117591"/>
            <a:chExt cx="710565" cy="318770"/>
          </a:xfrm>
        </p:grpSpPr>
        <p:pic>
          <p:nvPicPr>
            <p:cNvPr id="78" name="object 7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05528" y="5117591"/>
              <a:ext cx="710184" cy="31851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652772" y="5145023"/>
              <a:ext cx="620395" cy="228600"/>
            </a:xfrm>
            <a:custGeom>
              <a:avLst/>
              <a:gdLst/>
              <a:ahLst/>
              <a:cxnLst/>
              <a:rect l="l" t="t" r="r" b="b"/>
              <a:pathLst>
                <a:path w="620395" h="228600">
                  <a:moveTo>
                    <a:pt x="582040" y="0"/>
                  </a:moveTo>
                  <a:lnTo>
                    <a:pt x="38100" y="0"/>
                  </a:lnTo>
                  <a:lnTo>
                    <a:pt x="23240" y="3048"/>
                  </a:lnTo>
                  <a:lnTo>
                    <a:pt x="11175" y="11175"/>
                  </a:lnTo>
                  <a:lnTo>
                    <a:pt x="3048" y="23240"/>
                  </a:lnTo>
                  <a:lnTo>
                    <a:pt x="0" y="38100"/>
                  </a:lnTo>
                  <a:lnTo>
                    <a:pt x="0" y="190500"/>
                  </a:lnTo>
                  <a:lnTo>
                    <a:pt x="3048" y="205359"/>
                  </a:lnTo>
                  <a:lnTo>
                    <a:pt x="11175" y="217423"/>
                  </a:lnTo>
                  <a:lnTo>
                    <a:pt x="23240" y="225551"/>
                  </a:lnTo>
                  <a:lnTo>
                    <a:pt x="38100" y="228600"/>
                  </a:lnTo>
                  <a:lnTo>
                    <a:pt x="582040" y="228600"/>
                  </a:lnTo>
                  <a:lnTo>
                    <a:pt x="596900" y="225551"/>
                  </a:lnTo>
                  <a:lnTo>
                    <a:pt x="608964" y="217423"/>
                  </a:lnTo>
                  <a:lnTo>
                    <a:pt x="617092" y="205359"/>
                  </a:lnTo>
                  <a:lnTo>
                    <a:pt x="620140" y="190500"/>
                  </a:lnTo>
                  <a:lnTo>
                    <a:pt x="620140" y="38100"/>
                  </a:lnTo>
                  <a:lnTo>
                    <a:pt x="617092" y="23240"/>
                  </a:lnTo>
                  <a:lnTo>
                    <a:pt x="608964" y="11175"/>
                  </a:lnTo>
                  <a:lnTo>
                    <a:pt x="596900" y="3048"/>
                  </a:lnTo>
                  <a:lnTo>
                    <a:pt x="5820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652772" y="5145023"/>
              <a:ext cx="620395" cy="228600"/>
            </a:xfrm>
            <a:custGeom>
              <a:avLst/>
              <a:gdLst/>
              <a:ahLst/>
              <a:cxnLst/>
              <a:rect l="l" t="t" r="r" b="b"/>
              <a:pathLst>
                <a:path w="620395" h="228600">
                  <a:moveTo>
                    <a:pt x="0" y="38100"/>
                  </a:moveTo>
                  <a:lnTo>
                    <a:pt x="3048" y="23240"/>
                  </a:lnTo>
                  <a:lnTo>
                    <a:pt x="11175" y="11175"/>
                  </a:lnTo>
                  <a:lnTo>
                    <a:pt x="23240" y="3048"/>
                  </a:lnTo>
                  <a:lnTo>
                    <a:pt x="38100" y="0"/>
                  </a:lnTo>
                  <a:lnTo>
                    <a:pt x="582040" y="0"/>
                  </a:lnTo>
                  <a:lnTo>
                    <a:pt x="596900" y="3048"/>
                  </a:lnTo>
                  <a:lnTo>
                    <a:pt x="608964" y="11175"/>
                  </a:lnTo>
                  <a:lnTo>
                    <a:pt x="617092" y="23240"/>
                  </a:lnTo>
                  <a:lnTo>
                    <a:pt x="620140" y="38100"/>
                  </a:lnTo>
                  <a:lnTo>
                    <a:pt x="620140" y="190500"/>
                  </a:lnTo>
                  <a:lnTo>
                    <a:pt x="617092" y="205359"/>
                  </a:lnTo>
                  <a:lnTo>
                    <a:pt x="608964" y="217423"/>
                  </a:lnTo>
                  <a:lnTo>
                    <a:pt x="596900" y="225551"/>
                  </a:lnTo>
                  <a:lnTo>
                    <a:pt x="582040" y="228600"/>
                  </a:lnTo>
                  <a:lnTo>
                    <a:pt x="38100" y="228600"/>
                  </a:lnTo>
                  <a:lnTo>
                    <a:pt x="23240" y="225551"/>
                  </a:lnTo>
                  <a:lnTo>
                    <a:pt x="11175" y="217423"/>
                  </a:lnTo>
                  <a:lnTo>
                    <a:pt x="3048" y="205359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4861940" y="5173217"/>
            <a:ext cx="1968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GED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5711952" y="3916679"/>
            <a:ext cx="901065" cy="449580"/>
            <a:chOff x="5711952" y="3916679"/>
            <a:chExt cx="901065" cy="449580"/>
          </a:xfrm>
        </p:grpSpPr>
        <p:pic>
          <p:nvPicPr>
            <p:cNvPr id="83" name="object 8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1952" y="3916679"/>
              <a:ext cx="900683" cy="44958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759196" y="39441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7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0697" y="359282"/>
                  </a:lnTo>
                  <a:lnTo>
                    <a:pt x="774064" y="354583"/>
                  </a:lnTo>
                  <a:lnTo>
                    <a:pt x="793114" y="341756"/>
                  </a:lnTo>
                  <a:lnTo>
                    <a:pt x="805942" y="322706"/>
                  </a:lnTo>
                  <a:lnTo>
                    <a:pt x="810640" y="299338"/>
                  </a:lnTo>
                  <a:lnTo>
                    <a:pt x="810640" y="59817"/>
                  </a:lnTo>
                  <a:lnTo>
                    <a:pt x="805942" y="36575"/>
                  </a:lnTo>
                  <a:lnTo>
                    <a:pt x="793114" y="17525"/>
                  </a:lnTo>
                  <a:lnTo>
                    <a:pt x="774064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759196" y="39441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7" y="0"/>
                  </a:lnTo>
                  <a:lnTo>
                    <a:pt x="774064" y="4699"/>
                  </a:lnTo>
                  <a:lnTo>
                    <a:pt x="793114" y="17525"/>
                  </a:lnTo>
                  <a:lnTo>
                    <a:pt x="805942" y="36575"/>
                  </a:lnTo>
                  <a:lnTo>
                    <a:pt x="810640" y="59817"/>
                  </a:lnTo>
                  <a:lnTo>
                    <a:pt x="810640" y="299338"/>
                  </a:lnTo>
                  <a:lnTo>
                    <a:pt x="805942" y="322706"/>
                  </a:lnTo>
                  <a:lnTo>
                    <a:pt x="793114" y="341756"/>
                  </a:lnTo>
                  <a:lnTo>
                    <a:pt x="774064" y="354583"/>
                  </a:lnTo>
                  <a:lnTo>
                    <a:pt x="750697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5931534" y="4036567"/>
            <a:ext cx="4540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Tesousaria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6874764" y="3573779"/>
            <a:ext cx="2094230" cy="1531620"/>
            <a:chOff x="6874764" y="3573779"/>
            <a:chExt cx="2094230" cy="1531620"/>
          </a:xfrm>
        </p:grpSpPr>
        <p:pic>
          <p:nvPicPr>
            <p:cNvPr id="88" name="object 8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74764" y="5009514"/>
              <a:ext cx="104520" cy="95631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895084" y="3588638"/>
              <a:ext cx="2053589" cy="1501775"/>
            </a:xfrm>
            <a:custGeom>
              <a:avLst/>
              <a:gdLst/>
              <a:ahLst/>
              <a:cxnLst/>
              <a:rect l="l" t="t" r="r" b="b"/>
              <a:pathLst>
                <a:path w="2053590" h="1501775">
                  <a:moveTo>
                    <a:pt x="2053082" y="0"/>
                  </a:moveTo>
                  <a:lnTo>
                    <a:pt x="2040509" y="1270"/>
                  </a:lnTo>
                  <a:lnTo>
                    <a:pt x="5080" y="1489964"/>
                  </a:lnTo>
                  <a:lnTo>
                    <a:pt x="0" y="1501521"/>
                  </a:lnTo>
                  <a:lnTo>
                    <a:pt x="12573" y="1500251"/>
                  </a:lnTo>
                  <a:lnTo>
                    <a:pt x="2047875" y="11684"/>
                  </a:lnTo>
                  <a:lnTo>
                    <a:pt x="2053082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863838" y="3573779"/>
              <a:ext cx="104647" cy="9550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37832" y="4533899"/>
              <a:ext cx="900683" cy="44958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188708" y="4504943"/>
              <a:ext cx="621792" cy="537971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085076" y="456133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4" y="359283"/>
                  </a:lnTo>
                  <a:lnTo>
                    <a:pt x="750697" y="359283"/>
                  </a:lnTo>
                  <a:lnTo>
                    <a:pt x="774065" y="354584"/>
                  </a:lnTo>
                  <a:lnTo>
                    <a:pt x="793115" y="341757"/>
                  </a:lnTo>
                  <a:lnTo>
                    <a:pt x="805942" y="322707"/>
                  </a:lnTo>
                  <a:lnTo>
                    <a:pt x="810641" y="299339"/>
                  </a:lnTo>
                  <a:lnTo>
                    <a:pt x="810641" y="59817"/>
                  </a:lnTo>
                  <a:lnTo>
                    <a:pt x="805942" y="36576"/>
                  </a:lnTo>
                  <a:lnTo>
                    <a:pt x="793115" y="17526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085076" y="456133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6"/>
                  </a:lnTo>
                  <a:lnTo>
                    <a:pt x="805942" y="36576"/>
                  </a:lnTo>
                  <a:lnTo>
                    <a:pt x="810641" y="59817"/>
                  </a:lnTo>
                  <a:lnTo>
                    <a:pt x="810641" y="299339"/>
                  </a:lnTo>
                  <a:lnTo>
                    <a:pt x="805942" y="322707"/>
                  </a:lnTo>
                  <a:lnTo>
                    <a:pt x="793115" y="341757"/>
                  </a:lnTo>
                  <a:lnTo>
                    <a:pt x="774065" y="354584"/>
                  </a:lnTo>
                  <a:lnTo>
                    <a:pt x="750697" y="359283"/>
                  </a:lnTo>
                  <a:lnTo>
                    <a:pt x="59944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7290054" y="4532121"/>
            <a:ext cx="4178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Entrada</a:t>
            </a:r>
            <a:r>
              <a:rPr sz="800" spc="-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saida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Produção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1153667" y="5309615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1" y="0"/>
                </a:moveTo>
                <a:lnTo>
                  <a:pt x="594868" y="1651"/>
                </a:lnTo>
                <a:lnTo>
                  <a:pt x="536829" y="6604"/>
                </a:lnTo>
                <a:lnTo>
                  <a:pt x="480440" y="14605"/>
                </a:lnTo>
                <a:lnTo>
                  <a:pt x="426084" y="25527"/>
                </a:lnTo>
                <a:lnTo>
                  <a:pt x="373888" y="39243"/>
                </a:lnTo>
                <a:lnTo>
                  <a:pt x="324103" y="55626"/>
                </a:lnTo>
                <a:lnTo>
                  <a:pt x="276987" y="74549"/>
                </a:lnTo>
                <a:lnTo>
                  <a:pt x="232790" y="95885"/>
                </a:lnTo>
                <a:lnTo>
                  <a:pt x="191643" y="119380"/>
                </a:lnTo>
                <a:lnTo>
                  <a:pt x="153923" y="145034"/>
                </a:lnTo>
                <a:lnTo>
                  <a:pt x="119760" y="172593"/>
                </a:lnTo>
                <a:lnTo>
                  <a:pt x="89357" y="201930"/>
                </a:lnTo>
                <a:lnTo>
                  <a:pt x="63017" y="232918"/>
                </a:lnTo>
                <a:lnTo>
                  <a:pt x="40944" y="265430"/>
                </a:lnTo>
                <a:lnTo>
                  <a:pt x="23380" y="299288"/>
                </a:lnTo>
                <a:lnTo>
                  <a:pt x="2679" y="370560"/>
                </a:lnTo>
                <a:lnTo>
                  <a:pt x="0" y="407670"/>
                </a:lnTo>
                <a:lnTo>
                  <a:pt x="2679" y="444779"/>
                </a:lnTo>
                <a:lnTo>
                  <a:pt x="23380" y="516039"/>
                </a:lnTo>
                <a:lnTo>
                  <a:pt x="40944" y="549922"/>
                </a:lnTo>
                <a:lnTo>
                  <a:pt x="63017" y="582422"/>
                </a:lnTo>
                <a:lnTo>
                  <a:pt x="89357" y="613422"/>
                </a:lnTo>
                <a:lnTo>
                  <a:pt x="119760" y="642772"/>
                </a:lnTo>
                <a:lnTo>
                  <a:pt x="153923" y="670318"/>
                </a:lnTo>
                <a:lnTo>
                  <a:pt x="191643" y="695934"/>
                </a:lnTo>
                <a:lnTo>
                  <a:pt x="232790" y="719455"/>
                </a:lnTo>
                <a:lnTo>
                  <a:pt x="276987" y="740752"/>
                </a:lnTo>
                <a:lnTo>
                  <a:pt x="324103" y="759675"/>
                </a:lnTo>
                <a:lnTo>
                  <a:pt x="373888" y="776084"/>
                </a:lnTo>
                <a:lnTo>
                  <a:pt x="426084" y="789838"/>
                </a:lnTo>
                <a:lnTo>
                  <a:pt x="480440" y="800773"/>
                </a:lnTo>
                <a:lnTo>
                  <a:pt x="536829" y="808774"/>
                </a:lnTo>
                <a:lnTo>
                  <a:pt x="594868" y="813676"/>
                </a:lnTo>
                <a:lnTo>
                  <a:pt x="654431" y="815340"/>
                </a:lnTo>
                <a:lnTo>
                  <a:pt x="713994" y="813676"/>
                </a:lnTo>
                <a:lnTo>
                  <a:pt x="772032" y="808774"/>
                </a:lnTo>
                <a:lnTo>
                  <a:pt x="828420" y="800773"/>
                </a:lnTo>
                <a:lnTo>
                  <a:pt x="882776" y="789838"/>
                </a:lnTo>
                <a:lnTo>
                  <a:pt x="934974" y="776084"/>
                </a:lnTo>
                <a:lnTo>
                  <a:pt x="984757" y="759675"/>
                </a:lnTo>
                <a:lnTo>
                  <a:pt x="1031875" y="740752"/>
                </a:lnTo>
                <a:lnTo>
                  <a:pt x="1076070" y="719455"/>
                </a:lnTo>
                <a:lnTo>
                  <a:pt x="1117219" y="695934"/>
                </a:lnTo>
                <a:lnTo>
                  <a:pt x="1154938" y="670318"/>
                </a:lnTo>
                <a:lnTo>
                  <a:pt x="1189101" y="642772"/>
                </a:lnTo>
                <a:lnTo>
                  <a:pt x="1219454" y="613422"/>
                </a:lnTo>
                <a:lnTo>
                  <a:pt x="1245870" y="582422"/>
                </a:lnTo>
                <a:lnTo>
                  <a:pt x="1267968" y="549922"/>
                </a:lnTo>
                <a:lnTo>
                  <a:pt x="1285494" y="516039"/>
                </a:lnTo>
                <a:lnTo>
                  <a:pt x="1306195" y="444779"/>
                </a:lnTo>
                <a:lnTo>
                  <a:pt x="1308862" y="407670"/>
                </a:lnTo>
                <a:lnTo>
                  <a:pt x="1306195" y="370560"/>
                </a:lnTo>
                <a:lnTo>
                  <a:pt x="1285494" y="299288"/>
                </a:lnTo>
                <a:lnTo>
                  <a:pt x="1267968" y="265430"/>
                </a:lnTo>
                <a:lnTo>
                  <a:pt x="1245870" y="232918"/>
                </a:lnTo>
                <a:lnTo>
                  <a:pt x="1219454" y="201930"/>
                </a:lnTo>
                <a:lnTo>
                  <a:pt x="1189101" y="172593"/>
                </a:lnTo>
                <a:lnTo>
                  <a:pt x="1154938" y="145034"/>
                </a:lnTo>
                <a:lnTo>
                  <a:pt x="1117219" y="119380"/>
                </a:lnTo>
                <a:lnTo>
                  <a:pt x="1076070" y="95885"/>
                </a:lnTo>
                <a:lnTo>
                  <a:pt x="1031875" y="74549"/>
                </a:lnTo>
                <a:lnTo>
                  <a:pt x="984757" y="55626"/>
                </a:lnTo>
                <a:lnTo>
                  <a:pt x="934974" y="39243"/>
                </a:lnTo>
                <a:lnTo>
                  <a:pt x="882776" y="25527"/>
                </a:lnTo>
                <a:lnTo>
                  <a:pt x="828420" y="14605"/>
                </a:lnTo>
                <a:lnTo>
                  <a:pt x="772032" y="6604"/>
                </a:lnTo>
                <a:lnTo>
                  <a:pt x="713994" y="1651"/>
                </a:lnTo>
                <a:lnTo>
                  <a:pt x="654431" y="0"/>
                </a:lnTo>
                <a:close/>
              </a:path>
            </a:pathLst>
          </a:custGeom>
          <a:solidFill>
            <a:srgbClr val="49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1492969" y="5566730"/>
            <a:ext cx="66579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WMW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2447544" y="5640323"/>
            <a:ext cx="3296285" cy="567055"/>
            <a:chOff x="2447544" y="5640323"/>
            <a:chExt cx="3296285" cy="567055"/>
          </a:xfrm>
        </p:grpSpPr>
        <p:pic>
          <p:nvPicPr>
            <p:cNvPr id="99" name="object 9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44388" y="5962522"/>
              <a:ext cx="99187" cy="102933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2472563" y="5759081"/>
              <a:ext cx="3259454" cy="265430"/>
            </a:xfrm>
            <a:custGeom>
              <a:avLst/>
              <a:gdLst/>
              <a:ahLst/>
              <a:cxnLst/>
              <a:rect l="l" t="t" r="r" b="b"/>
              <a:pathLst>
                <a:path w="3259454" h="265429">
                  <a:moveTo>
                    <a:pt x="3258947" y="254533"/>
                  </a:moveTo>
                  <a:lnTo>
                    <a:pt x="3235579" y="252704"/>
                  </a:lnTo>
                  <a:lnTo>
                    <a:pt x="11430" y="0"/>
                  </a:lnTo>
                  <a:lnTo>
                    <a:pt x="0" y="5473"/>
                  </a:lnTo>
                  <a:lnTo>
                    <a:pt x="10414" y="12649"/>
                  </a:lnTo>
                  <a:lnTo>
                    <a:pt x="3234563" y="265341"/>
                  </a:lnTo>
                  <a:lnTo>
                    <a:pt x="3245866" y="259842"/>
                  </a:lnTo>
                  <a:lnTo>
                    <a:pt x="3255645" y="255143"/>
                  </a:lnTo>
                  <a:lnTo>
                    <a:pt x="3258947" y="255143"/>
                  </a:lnTo>
                  <a:lnTo>
                    <a:pt x="3258947" y="254533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47544" y="5718047"/>
              <a:ext cx="99187" cy="1029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360419" y="5640323"/>
              <a:ext cx="1095755" cy="566927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3407663" y="5667755"/>
              <a:ext cx="1005840" cy="476884"/>
            </a:xfrm>
            <a:custGeom>
              <a:avLst/>
              <a:gdLst/>
              <a:ahLst/>
              <a:cxnLst/>
              <a:rect l="l" t="t" r="r" b="b"/>
              <a:pathLst>
                <a:path w="1005839" h="476885">
                  <a:moveTo>
                    <a:pt x="926338" y="0"/>
                  </a:moveTo>
                  <a:lnTo>
                    <a:pt x="79501" y="0"/>
                  </a:lnTo>
                  <a:lnTo>
                    <a:pt x="48513" y="6235"/>
                  </a:lnTo>
                  <a:lnTo>
                    <a:pt x="23240" y="23266"/>
                  </a:lnTo>
                  <a:lnTo>
                    <a:pt x="6223" y="48501"/>
                  </a:lnTo>
                  <a:lnTo>
                    <a:pt x="0" y="79413"/>
                  </a:lnTo>
                  <a:lnTo>
                    <a:pt x="0" y="397090"/>
                  </a:lnTo>
                  <a:lnTo>
                    <a:pt x="6223" y="428002"/>
                  </a:lnTo>
                  <a:lnTo>
                    <a:pt x="23240" y="453237"/>
                  </a:lnTo>
                  <a:lnTo>
                    <a:pt x="48513" y="470255"/>
                  </a:lnTo>
                  <a:lnTo>
                    <a:pt x="79501" y="476504"/>
                  </a:lnTo>
                  <a:lnTo>
                    <a:pt x="926338" y="476504"/>
                  </a:lnTo>
                  <a:lnTo>
                    <a:pt x="957326" y="470255"/>
                  </a:lnTo>
                  <a:lnTo>
                    <a:pt x="982599" y="453237"/>
                  </a:lnTo>
                  <a:lnTo>
                    <a:pt x="999616" y="428002"/>
                  </a:lnTo>
                  <a:lnTo>
                    <a:pt x="1005839" y="397090"/>
                  </a:lnTo>
                  <a:lnTo>
                    <a:pt x="1005839" y="79413"/>
                  </a:lnTo>
                  <a:lnTo>
                    <a:pt x="999616" y="48501"/>
                  </a:lnTo>
                  <a:lnTo>
                    <a:pt x="982599" y="23266"/>
                  </a:lnTo>
                  <a:lnTo>
                    <a:pt x="957326" y="6235"/>
                  </a:lnTo>
                  <a:lnTo>
                    <a:pt x="92633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407663" y="5667755"/>
              <a:ext cx="1005840" cy="476884"/>
            </a:xfrm>
            <a:custGeom>
              <a:avLst/>
              <a:gdLst/>
              <a:ahLst/>
              <a:cxnLst/>
              <a:rect l="l" t="t" r="r" b="b"/>
              <a:pathLst>
                <a:path w="1005839" h="476885">
                  <a:moveTo>
                    <a:pt x="0" y="79413"/>
                  </a:moveTo>
                  <a:lnTo>
                    <a:pt x="6223" y="48501"/>
                  </a:lnTo>
                  <a:lnTo>
                    <a:pt x="23240" y="23266"/>
                  </a:lnTo>
                  <a:lnTo>
                    <a:pt x="48513" y="6235"/>
                  </a:lnTo>
                  <a:lnTo>
                    <a:pt x="79501" y="0"/>
                  </a:lnTo>
                  <a:lnTo>
                    <a:pt x="926338" y="0"/>
                  </a:lnTo>
                  <a:lnTo>
                    <a:pt x="957326" y="6235"/>
                  </a:lnTo>
                  <a:lnTo>
                    <a:pt x="982599" y="23266"/>
                  </a:lnTo>
                  <a:lnTo>
                    <a:pt x="999616" y="48501"/>
                  </a:lnTo>
                  <a:lnTo>
                    <a:pt x="1005839" y="79413"/>
                  </a:lnTo>
                  <a:lnTo>
                    <a:pt x="1005839" y="397090"/>
                  </a:lnTo>
                  <a:lnTo>
                    <a:pt x="999616" y="428002"/>
                  </a:lnTo>
                  <a:lnTo>
                    <a:pt x="982599" y="453237"/>
                  </a:lnTo>
                  <a:lnTo>
                    <a:pt x="957326" y="470255"/>
                  </a:lnTo>
                  <a:lnTo>
                    <a:pt x="926338" y="476504"/>
                  </a:lnTo>
                  <a:lnTo>
                    <a:pt x="79501" y="476504"/>
                  </a:lnTo>
                  <a:lnTo>
                    <a:pt x="48513" y="470255"/>
                  </a:lnTo>
                  <a:lnTo>
                    <a:pt x="23240" y="453237"/>
                  </a:lnTo>
                  <a:lnTo>
                    <a:pt x="6223" y="428002"/>
                  </a:lnTo>
                  <a:lnTo>
                    <a:pt x="0" y="397090"/>
                  </a:lnTo>
                  <a:lnTo>
                    <a:pt x="0" y="794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3659504" y="5758383"/>
            <a:ext cx="4908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Inserçao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Pedidos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7920228" y="3930396"/>
            <a:ext cx="902335" cy="449580"/>
            <a:chOff x="7920228" y="3930396"/>
            <a:chExt cx="902335" cy="449580"/>
          </a:xfrm>
        </p:grpSpPr>
        <p:pic>
          <p:nvPicPr>
            <p:cNvPr id="107" name="object 10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20228" y="3930396"/>
              <a:ext cx="902207" cy="449580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7967472" y="3957828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751839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4" y="359283"/>
                  </a:lnTo>
                  <a:lnTo>
                    <a:pt x="751839" y="359283"/>
                  </a:lnTo>
                  <a:lnTo>
                    <a:pt x="775207" y="354584"/>
                  </a:lnTo>
                  <a:lnTo>
                    <a:pt x="794257" y="341757"/>
                  </a:lnTo>
                  <a:lnTo>
                    <a:pt x="807084" y="322707"/>
                  </a:lnTo>
                  <a:lnTo>
                    <a:pt x="811783" y="299339"/>
                  </a:lnTo>
                  <a:lnTo>
                    <a:pt x="811783" y="59817"/>
                  </a:lnTo>
                  <a:lnTo>
                    <a:pt x="807084" y="36576"/>
                  </a:lnTo>
                  <a:lnTo>
                    <a:pt x="794257" y="17526"/>
                  </a:lnTo>
                  <a:lnTo>
                    <a:pt x="775207" y="4699"/>
                  </a:lnTo>
                  <a:lnTo>
                    <a:pt x="7518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967472" y="3957828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1839" y="0"/>
                  </a:lnTo>
                  <a:lnTo>
                    <a:pt x="775207" y="4699"/>
                  </a:lnTo>
                  <a:lnTo>
                    <a:pt x="794257" y="17526"/>
                  </a:lnTo>
                  <a:lnTo>
                    <a:pt x="807084" y="36576"/>
                  </a:lnTo>
                  <a:lnTo>
                    <a:pt x="811783" y="59817"/>
                  </a:lnTo>
                  <a:lnTo>
                    <a:pt x="811783" y="299339"/>
                  </a:lnTo>
                  <a:lnTo>
                    <a:pt x="807084" y="322707"/>
                  </a:lnTo>
                  <a:lnTo>
                    <a:pt x="794257" y="341757"/>
                  </a:lnTo>
                  <a:lnTo>
                    <a:pt x="775207" y="354584"/>
                  </a:lnTo>
                  <a:lnTo>
                    <a:pt x="751839" y="359283"/>
                  </a:lnTo>
                  <a:lnTo>
                    <a:pt x="59944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8119618" y="3989959"/>
            <a:ext cx="4997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Controle</a:t>
            </a:r>
            <a:r>
              <a:rPr sz="800" spc="10">
                <a:latin typeface="Calibri"/>
                <a:cs typeface="Calibri"/>
              </a:rPr>
              <a:t> </a:t>
            </a:r>
            <a:r>
              <a:rPr sz="800" spc="-40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Estoque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1" name="object 11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936480" y="5123688"/>
            <a:ext cx="1249679" cy="1095756"/>
          </a:xfrm>
          <a:prstGeom prst="rect">
            <a:avLst/>
          </a:prstGeom>
        </p:spPr>
      </p:pic>
      <p:sp>
        <p:nvSpPr>
          <p:cNvPr id="112" name="object 112"/>
          <p:cNvSpPr txBox="1"/>
          <p:nvPr/>
        </p:nvSpPr>
        <p:spPr>
          <a:xfrm>
            <a:off x="10356849" y="5455142"/>
            <a:ext cx="40894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>
                <a:solidFill>
                  <a:srgbClr val="FFFFFF"/>
                </a:solidFill>
                <a:latin typeface="Calibri"/>
                <a:cs typeface="Calibri"/>
              </a:rPr>
              <a:t>SAG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6874764" y="5733288"/>
            <a:ext cx="3128645" cy="513715"/>
            <a:chOff x="6874764" y="5733288"/>
            <a:chExt cx="3128645" cy="513715"/>
          </a:xfrm>
        </p:grpSpPr>
        <p:pic>
          <p:nvPicPr>
            <p:cNvPr id="114" name="object 11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74764" y="5963793"/>
              <a:ext cx="98805" cy="103035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6890131" y="5802312"/>
              <a:ext cx="3088005" cy="223520"/>
            </a:xfrm>
            <a:custGeom>
              <a:avLst/>
              <a:gdLst/>
              <a:ahLst/>
              <a:cxnLst/>
              <a:rect l="l" t="t" r="r" b="b"/>
              <a:pathLst>
                <a:path w="3088004" h="223520">
                  <a:moveTo>
                    <a:pt x="3087751" y="5562"/>
                  </a:moveTo>
                  <a:lnTo>
                    <a:pt x="3076448" y="0"/>
                  </a:lnTo>
                  <a:lnTo>
                    <a:pt x="20193" y="210273"/>
                  </a:lnTo>
                  <a:lnTo>
                    <a:pt x="16852" y="212534"/>
                  </a:lnTo>
                  <a:lnTo>
                    <a:pt x="0" y="212534"/>
                  </a:lnTo>
                  <a:lnTo>
                    <a:pt x="9779" y="217347"/>
                  </a:lnTo>
                  <a:lnTo>
                    <a:pt x="21082" y="222923"/>
                  </a:lnTo>
                  <a:lnTo>
                    <a:pt x="3077337" y="12636"/>
                  </a:lnTo>
                  <a:lnTo>
                    <a:pt x="3087751" y="5562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904095" y="5760720"/>
              <a:ext cx="98932" cy="103035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328916" y="5733288"/>
              <a:ext cx="1053083" cy="513588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7376160" y="5760720"/>
              <a:ext cx="963294" cy="423545"/>
            </a:xfrm>
            <a:custGeom>
              <a:avLst/>
              <a:gdLst/>
              <a:ahLst/>
              <a:cxnLst/>
              <a:rect l="l" t="t" r="r" b="b"/>
              <a:pathLst>
                <a:path w="963295" h="423545">
                  <a:moveTo>
                    <a:pt x="892429" y="0"/>
                  </a:moveTo>
                  <a:lnTo>
                    <a:pt x="70612" y="0"/>
                  </a:lnTo>
                  <a:lnTo>
                    <a:pt x="43180" y="5537"/>
                  </a:lnTo>
                  <a:lnTo>
                    <a:pt x="20700" y="20650"/>
                  </a:lnTo>
                  <a:lnTo>
                    <a:pt x="5588" y="43078"/>
                  </a:lnTo>
                  <a:lnTo>
                    <a:pt x="0" y="70523"/>
                  </a:lnTo>
                  <a:lnTo>
                    <a:pt x="0" y="352640"/>
                  </a:lnTo>
                  <a:lnTo>
                    <a:pt x="5588" y="380085"/>
                  </a:lnTo>
                  <a:lnTo>
                    <a:pt x="20700" y="402513"/>
                  </a:lnTo>
                  <a:lnTo>
                    <a:pt x="43180" y="417626"/>
                  </a:lnTo>
                  <a:lnTo>
                    <a:pt x="70612" y="423163"/>
                  </a:lnTo>
                  <a:lnTo>
                    <a:pt x="892429" y="423163"/>
                  </a:lnTo>
                  <a:lnTo>
                    <a:pt x="919861" y="417626"/>
                  </a:lnTo>
                  <a:lnTo>
                    <a:pt x="942340" y="402513"/>
                  </a:lnTo>
                  <a:lnTo>
                    <a:pt x="957453" y="380085"/>
                  </a:lnTo>
                  <a:lnTo>
                    <a:pt x="963041" y="352640"/>
                  </a:lnTo>
                  <a:lnTo>
                    <a:pt x="963041" y="70523"/>
                  </a:lnTo>
                  <a:lnTo>
                    <a:pt x="957453" y="43078"/>
                  </a:lnTo>
                  <a:lnTo>
                    <a:pt x="942340" y="20650"/>
                  </a:lnTo>
                  <a:lnTo>
                    <a:pt x="919861" y="5537"/>
                  </a:lnTo>
                  <a:lnTo>
                    <a:pt x="89242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376160" y="5760720"/>
              <a:ext cx="963294" cy="423545"/>
            </a:xfrm>
            <a:custGeom>
              <a:avLst/>
              <a:gdLst/>
              <a:ahLst/>
              <a:cxnLst/>
              <a:rect l="l" t="t" r="r" b="b"/>
              <a:pathLst>
                <a:path w="963295" h="423545">
                  <a:moveTo>
                    <a:pt x="0" y="70523"/>
                  </a:moveTo>
                  <a:lnTo>
                    <a:pt x="5588" y="43078"/>
                  </a:lnTo>
                  <a:lnTo>
                    <a:pt x="20700" y="20650"/>
                  </a:lnTo>
                  <a:lnTo>
                    <a:pt x="43180" y="5537"/>
                  </a:lnTo>
                  <a:lnTo>
                    <a:pt x="70612" y="0"/>
                  </a:lnTo>
                  <a:lnTo>
                    <a:pt x="892429" y="0"/>
                  </a:lnTo>
                  <a:lnTo>
                    <a:pt x="919861" y="5537"/>
                  </a:lnTo>
                  <a:lnTo>
                    <a:pt x="942340" y="20650"/>
                  </a:lnTo>
                  <a:lnTo>
                    <a:pt x="957453" y="43078"/>
                  </a:lnTo>
                  <a:lnTo>
                    <a:pt x="963041" y="70523"/>
                  </a:lnTo>
                  <a:lnTo>
                    <a:pt x="963041" y="352640"/>
                  </a:lnTo>
                  <a:lnTo>
                    <a:pt x="957453" y="380085"/>
                  </a:lnTo>
                  <a:lnTo>
                    <a:pt x="942340" y="402513"/>
                  </a:lnTo>
                  <a:lnTo>
                    <a:pt x="919861" y="417626"/>
                  </a:lnTo>
                  <a:lnTo>
                    <a:pt x="892429" y="423163"/>
                  </a:lnTo>
                  <a:lnTo>
                    <a:pt x="70612" y="423163"/>
                  </a:lnTo>
                  <a:lnTo>
                    <a:pt x="43180" y="417626"/>
                  </a:lnTo>
                  <a:lnTo>
                    <a:pt x="20700" y="402513"/>
                  </a:lnTo>
                  <a:lnTo>
                    <a:pt x="5588" y="380085"/>
                  </a:lnTo>
                  <a:lnTo>
                    <a:pt x="0" y="352640"/>
                  </a:lnTo>
                  <a:lnTo>
                    <a:pt x="0" y="7052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7525893" y="5825134"/>
            <a:ext cx="6477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2395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Ordem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Gerenciamento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8641080" y="5622035"/>
            <a:ext cx="1053465" cy="515620"/>
            <a:chOff x="8641080" y="5622035"/>
            <a:chExt cx="1053465" cy="515620"/>
          </a:xfrm>
        </p:grpSpPr>
        <p:pic>
          <p:nvPicPr>
            <p:cNvPr id="122" name="object 12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641080" y="5622035"/>
              <a:ext cx="1053083" cy="515111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8688324" y="5649467"/>
              <a:ext cx="963294" cy="425450"/>
            </a:xfrm>
            <a:custGeom>
              <a:avLst/>
              <a:gdLst/>
              <a:ahLst/>
              <a:cxnLst/>
              <a:rect l="l" t="t" r="r" b="b"/>
              <a:pathLst>
                <a:path w="963295" h="425450">
                  <a:moveTo>
                    <a:pt x="892175" y="0"/>
                  </a:moveTo>
                  <a:lnTo>
                    <a:pt x="70866" y="0"/>
                  </a:lnTo>
                  <a:lnTo>
                    <a:pt x="43306" y="5562"/>
                  </a:lnTo>
                  <a:lnTo>
                    <a:pt x="20700" y="20739"/>
                  </a:lnTo>
                  <a:lnTo>
                    <a:pt x="5587" y="43256"/>
                  </a:lnTo>
                  <a:lnTo>
                    <a:pt x="0" y="70827"/>
                  </a:lnTo>
                  <a:lnTo>
                    <a:pt x="0" y="354114"/>
                  </a:lnTo>
                  <a:lnTo>
                    <a:pt x="5587" y="381685"/>
                  </a:lnTo>
                  <a:lnTo>
                    <a:pt x="20700" y="404202"/>
                  </a:lnTo>
                  <a:lnTo>
                    <a:pt x="43306" y="419379"/>
                  </a:lnTo>
                  <a:lnTo>
                    <a:pt x="70866" y="424941"/>
                  </a:lnTo>
                  <a:lnTo>
                    <a:pt x="892175" y="424941"/>
                  </a:lnTo>
                  <a:lnTo>
                    <a:pt x="919733" y="419379"/>
                  </a:lnTo>
                  <a:lnTo>
                    <a:pt x="942340" y="404202"/>
                  </a:lnTo>
                  <a:lnTo>
                    <a:pt x="957452" y="381685"/>
                  </a:lnTo>
                  <a:lnTo>
                    <a:pt x="963041" y="354114"/>
                  </a:lnTo>
                  <a:lnTo>
                    <a:pt x="963041" y="70827"/>
                  </a:lnTo>
                  <a:lnTo>
                    <a:pt x="957452" y="43256"/>
                  </a:lnTo>
                  <a:lnTo>
                    <a:pt x="942340" y="20739"/>
                  </a:lnTo>
                  <a:lnTo>
                    <a:pt x="919733" y="5562"/>
                  </a:lnTo>
                  <a:lnTo>
                    <a:pt x="8921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688324" y="5649467"/>
              <a:ext cx="963294" cy="425450"/>
            </a:xfrm>
            <a:custGeom>
              <a:avLst/>
              <a:gdLst/>
              <a:ahLst/>
              <a:cxnLst/>
              <a:rect l="l" t="t" r="r" b="b"/>
              <a:pathLst>
                <a:path w="963295" h="425450">
                  <a:moveTo>
                    <a:pt x="0" y="70827"/>
                  </a:moveTo>
                  <a:lnTo>
                    <a:pt x="5587" y="43256"/>
                  </a:lnTo>
                  <a:lnTo>
                    <a:pt x="20700" y="20739"/>
                  </a:lnTo>
                  <a:lnTo>
                    <a:pt x="43306" y="5562"/>
                  </a:lnTo>
                  <a:lnTo>
                    <a:pt x="70866" y="0"/>
                  </a:lnTo>
                  <a:lnTo>
                    <a:pt x="892175" y="0"/>
                  </a:lnTo>
                  <a:lnTo>
                    <a:pt x="919733" y="5562"/>
                  </a:lnTo>
                  <a:lnTo>
                    <a:pt x="942340" y="20739"/>
                  </a:lnTo>
                  <a:lnTo>
                    <a:pt x="957452" y="43256"/>
                  </a:lnTo>
                  <a:lnTo>
                    <a:pt x="963041" y="70827"/>
                  </a:lnTo>
                  <a:lnTo>
                    <a:pt x="963041" y="354114"/>
                  </a:lnTo>
                  <a:lnTo>
                    <a:pt x="957452" y="381685"/>
                  </a:lnTo>
                  <a:lnTo>
                    <a:pt x="942340" y="404202"/>
                  </a:lnTo>
                  <a:lnTo>
                    <a:pt x="919733" y="419379"/>
                  </a:lnTo>
                  <a:lnTo>
                    <a:pt x="892175" y="424941"/>
                  </a:lnTo>
                  <a:lnTo>
                    <a:pt x="70866" y="424941"/>
                  </a:lnTo>
                  <a:lnTo>
                    <a:pt x="43306" y="419379"/>
                  </a:lnTo>
                  <a:lnTo>
                    <a:pt x="20700" y="404202"/>
                  </a:lnTo>
                  <a:lnTo>
                    <a:pt x="5587" y="381685"/>
                  </a:lnTo>
                  <a:lnTo>
                    <a:pt x="0" y="354114"/>
                  </a:lnTo>
                  <a:lnTo>
                    <a:pt x="0" y="7082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8910573" y="5714187"/>
            <a:ext cx="5257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 marR="5080" indent="-116205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Informações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Granja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1228343" y="2424683"/>
            <a:ext cx="9872472" cy="2424684"/>
            <a:chOff x="1228343" y="2424683"/>
            <a:chExt cx="9872472" cy="2424684"/>
          </a:xfrm>
        </p:grpSpPr>
        <p:sp>
          <p:nvSpPr>
            <p:cNvPr id="127" name="object 127"/>
            <p:cNvSpPr/>
            <p:nvPr/>
          </p:nvSpPr>
          <p:spPr>
            <a:xfrm>
              <a:off x="1228343" y="2424683"/>
              <a:ext cx="257175" cy="181610"/>
            </a:xfrm>
            <a:custGeom>
              <a:avLst/>
              <a:gdLst/>
              <a:ahLst/>
              <a:cxnLst/>
              <a:rect l="l" t="t" r="r" b="b"/>
              <a:pathLst>
                <a:path w="257175" h="181610">
                  <a:moveTo>
                    <a:pt x="257047" y="0"/>
                  </a:moveTo>
                  <a:lnTo>
                    <a:pt x="0" y="0"/>
                  </a:lnTo>
                  <a:lnTo>
                    <a:pt x="0" y="181101"/>
                  </a:lnTo>
                  <a:lnTo>
                    <a:pt x="257047" y="181101"/>
                  </a:lnTo>
                  <a:lnTo>
                    <a:pt x="25704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229105" y="2425445"/>
              <a:ext cx="257175" cy="181610"/>
            </a:xfrm>
            <a:custGeom>
              <a:avLst/>
              <a:gdLst/>
              <a:ahLst/>
              <a:cxnLst/>
              <a:rect l="l" t="t" r="r" b="b"/>
              <a:pathLst>
                <a:path w="257175" h="181610">
                  <a:moveTo>
                    <a:pt x="0" y="181101"/>
                  </a:moveTo>
                  <a:lnTo>
                    <a:pt x="257047" y="181101"/>
                  </a:lnTo>
                  <a:lnTo>
                    <a:pt x="257047" y="0"/>
                  </a:lnTo>
                  <a:lnTo>
                    <a:pt x="0" y="0"/>
                  </a:lnTo>
                  <a:lnTo>
                    <a:pt x="0" y="181101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676132" y="2537459"/>
              <a:ext cx="1472183" cy="1191768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628632" y="3936491"/>
              <a:ext cx="1472183" cy="912876"/>
            </a:xfrm>
            <a:prstGeom prst="rect">
              <a:avLst/>
            </a:prstGeom>
          </p:spPr>
        </p:pic>
      </p:grpSp>
      <p:sp>
        <p:nvSpPr>
          <p:cNvPr id="132" name="object 132"/>
          <p:cNvSpPr txBox="1"/>
          <p:nvPr/>
        </p:nvSpPr>
        <p:spPr>
          <a:xfrm>
            <a:off x="1543050" y="2439669"/>
            <a:ext cx="8229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5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Servidor</a:t>
            </a:r>
            <a:r>
              <a:rPr sz="1000" spc="-25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Local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9964928" y="4091685"/>
            <a:ext cx="855472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sz="1600" b="1" spc="-10">
                <a:solidFill>
                  <a:srgbClr val="FFFFFF"/>
                </a:solidFill>
                <a:latin typeface="Calibri"/>
                <a:cs typeface="Calibri"/>
              </a:rPr>
              <a:t>INNER </a:t>
            </a:r>
            <a:r>
              <a:rPr lang="pt-BR" sz="1600" b="1" spc="-65">
                <a:solidFill>
                  <a:srgbClr val="FFFFFF"/>
                </a:solidFill>
                <a:latin typeface="Calibri"/>
                <a:cs typeface="Calibri"/>
              </a:rPr>
              <a:t>SURICATO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7109459" y="4521708"/>
            <a:ext cx="2638425" cy="1040765"/>
            <a:chOff x="7109459" y="4521708"/>
            <a:chExt cx="2638425" cy="1040765"/>
          </a:xfrm>
        </p:grpSpPr>
        <p:pic>
          <p:nvPicPr>
            <p:cNvPr id="135" name="object 13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09459" y="5465318"/>
              <a:ext cx="105664" cy="97028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7122287" y="4545456"/>
              <a:ext cx="2601595" cy="993775"/>
            </a:xfrm>
            <a:custGeom>
              <a:avLst/>
              <a:gdLst/>
              <a:ahLst/>
              <a:cxnLst/>
              <a:rect l="l" t="t" r="r" b="b"/>
              <a:pathLst>
                <a:path w="2601595" h="993775">
                  <a:moveTo>
                    <a:pt x="12065" y="989457"/>
                  </a:moveTo>
                  <a:lnTo>
                    <a:pt x="0" y="989457"/>
                  </a:lnTo>
                  <a:lnTo>
                    <a:pt x="10668" y="991235"/>
                  </a:lnTo>
                  <a:lnTo>
                    <a:pt x="12065" y="989457"/>
                  </a:lnTo>
                  <a:close/>
                </a:path>
                <a:path w="2601595" h="993775">
                  <a:moveTo>
                    <a:pt x="2601468" y="2032"/>
                  </a:moveTo>
                  <a:lnTo>
                    <a:pt x="2588895" y="0"/>
                  </a:lnTo>
                  <a:lnTo>
                    <a:pt x="18542" y="981456"/>
                  </a:lnTo>
                  <a:lnTo>
                    <a:pt x="10668" y="991235"/>
                  </a:lnTo>
                  <a:lnTo>
                    <a:pt x="23114" y="993267"/>
                  </a:lnTo>
                  <a:lnTo>
                    <a:pt x="2593594" y="11811"/>
                  </a:lnTo>
                  <a:lnTo>
                    <a:pt x="2601468" y="2032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641712" y="4521708"/>
              <a:ext cx="105663" cy="97155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061959" y="4882896"/>
              <a:ext cx="972311" cy="489204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8109203" y="4910328"/>
              <a:ext cx="882650" cy="399415"/>
            </a:xfrm>
            <a:custGeom>
              <a:avLst/>
              <a:gdLst/>
              <a:ahLst/>
              <a:cxnLst/>
              <a:rect l="l" t="t" r="r" b="b"/>
              <a:pathLst>
                <a:path w="882650" h="399414">
                  <a:moveTo>
                    <a:pt x="815594" y="0"/>
                  </a:moveTo>
                  <a:lnTo>
                    <a:pt x="66548" y="0"/>
                  </a:lnTo>
                  <a:lnTo>
                    <a:pt x="40640" y="5207"/>
                  </a:lnTo>
                  <a:lnTo>
                    <a:pt x="19557" y="19558"/>
                  </a:lnTo>
                  <a:lnTo>
                    <a:pt x="5206" y="40640"/>
                  </a:lnTo>
                  <a:lnTo>
                    <a:pt x="0" y="66548"/>
                  </a:lnTo>
                  <a:lnTo>
                    <a:pt x="0" y="332613"/>
                  </a:lnTo>
                  <a:lnTo>
                    <a:pt x="5206" y="358521"/>
                  </a:lnTo>
                  <a:lnTo>
                    <a:pt x="19557" y="379603"/>
                  </a:lnTo>
                  <a:lnTo>
                    <a:pt x="40640" y="393954"/>
                  </a:lnTo>
                  <a:lnTo>
                    <a:pt x="66548" y="399161"/>
                  </a:lnTo>
                  <a:lnTo>
                    <a:pt x="815594" y="399161"/>
                  </a:lnTo>
                  <a:lnTo>
                    <a:pt x="841501" y="393954"/>
                  </a:lnTo>
                  <a:lnTo>
                    <a:pt x="862584" y="379603"/>
                  </a:lnTo>
                  <a:lnTo>
                    <a:pt x="876935" y="358521"/>
                  </a:lnTo>
                  <a:lnTo>
                    <a:pt x="882142" y="332613"/>
                  </a:lnTo>
                  <a:lnTo>
                    <a:pt x="882142" y="66548"/>
                  </a:lnTo>
                  <a:lnTo>
                    <a:pt x="876935" y="40640"/>
                  </a:lnTo>
                  <a:lnTo>
                    <a:pt x="862584" y="19558"/>
                  </a:lnTo>
                  <a:lnTo>
                    <a:pt x="841501" y="5207"/>
                  </a:lnTo>
                  <a:lnTo>
                    <a:pt x="81559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8109203" y="4910328"/>
              <a:ext cx="882650" cy="399415"/>
            </a:xfrm>
            <a:custGeom>
              <a:avLst/>
              <a:gdLst/>
              <a:ahLst/>
              <a:cxnLst/>
              <a:rect l="l" t="t" r="r" b="b"/>
              <a:pathLst>
                <a:path w="882650" h="399414">
                  <a:moveTo>
                    <a:pt x="0" y="66548"/>
                  </a:moveTo>
                  <a:lnTo>
                    <a:pt x="5206" y="40640"/>
                  </a:lnTo>
                  <a:lnTo>
                    <a:pt x="19557" y="19558"/>
                  </a:lnTo>
                  <a:lnTo>
                    <a:pt x="40640" y="5207"/>
                  </a:lnTo>
                  <a:lnTo>
                    <a:pt x="66548" y="0"/>
                  </a:lnTo>
                  <a:lnTo>
                    <a:pt x="815594" y="0"/>
                  </a:lnTo>
                  <a:lnTo>
                    <a:pt x="841501" y="5207"/>
                  </a:lnTo>
                  <a:lnTo>
                    <a:pt x="862584" y="19558"/>
                  </a:lnTo>
                  <a:lnTo>
                    <a:pt x="876935" y="40640"/>
                  </a:lnTo>
                  <a:lnTo>
                    <a:pt x="882142" y="66548"/>
                  </a:lnTo>
                  <a:lnTo>
                    <a:pt x="882142" y="332613"/>
                  </a:lnTo>
                  <a:lnTo>
                    <a:pt x="876935" y="358521"/>
                  </a:lnTo>
                  <a:lnTo>
                    <a:pt x="862584" y="379603"/>
                  </a:lnTo>
                  <a:lnTo>
                    <a:pt x="841501" y="393954"/>
                  </a:lnTo>
                  <a:lnTo>
                    <a:pt x="815594" y="399161"/>
                  </a:lnTo>
                  <a:lnTo>
                    <a:pt x="66548" y="399161"/>
                  </a:lnTo>
                  <a:lnTo>
                    <a:pt x="40640" y="393954"/>
                  </a:lnTo>
                  <a:lnTo>
                    <a:pt x="19557" y="379603"/>
                  </a:lnTo>
                  <a:lnTo>
                    <a:pt x="5206" y="358521"/>
                  </a:lnTo>
                  <a:lnTo>
                    <a:pt x="0" y="332613"/>
                  </a:lnTo>
                  <a:lnTo>
                    <a:pt x="0" y="6654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8251952" y="4962525"/>
            <a:ext cx="5854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5080" indent="-10795">
              <a:lnSpc>
                <a:spcPct val="100000"/>
              </a:lnSpc>
              <a:spcBef>
                <a:spcPts val="100"/>
              </a:spcBef>
            </a:pPr>
            <a:r>
              <a:rPr sz="800" spc="-20">
                <a:latin typeface="Calibri"/>
                <a:cs typeface="Calibri"/>
              </a:rPr>
              <a:t>Apontamento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de</a:t>
            </a:r>
            <a:r>
              <a:rPr sz="800" spc="-45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horas</a:t>
            </a:r>
            <a:r>
              <a:rPr sz="800" spc="-4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-</a:t>
            </a:r>
            <a:r>
              <a:rPr sz="800" spc="-45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RH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2" name="object 133">
            <a:extLst>
              <a:ext uri="{FF2B5EF4-FFF2-40B4-BE49-F238E27FC236}">
                <a16:creationId xmlns:a16="http://schemas.microsoft.com/office/drawing/2014/main" id="{448646AE-D709-3061-3724-225DD48FA934}"/>
              </a:ext>
            </a:extLst>
          </p:cNvPr>
          <p:cNvSpPr txBox="1"/>
          <p:nvPr/>
        </p:nvSpPr>
        <p:spPr>
          <a:xfrm>
            <a:off x="9008617" y="2971800"/>
            <a:ext cx="85547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EDATA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sp>
        <p:nvSpPr>
          <p:cNvPr id="7" name="ct_rede"/>
          <p:cNvSpPr txBox="1"/>
          <p:nvPr/>
        </p:nvSpPr>
        <p:spPr>
          <a:xfrm>
            <a:off x="655421" y="1496968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pc="-20" dirty="0">
                <a:solidFill>
                  <a:srgbClr val="7D7D7D"/>
                </a:solidFill>
                <a:latin typeface="Calibri"/>
                <a:cs typeface="Calibri"/>
              </a:rPr>
              <a:t>R</a:t>
            </a:r>
            <a:r>
              <a:rPr lang="pt-BR" sz="1800" spc="-20">
                <a:solidFill>
                  <a:srgbClr val="7D7D7D"/>
                </a:solidFill>
                <a:latin typeface="Calibri"/>
                <a:cs typeface="Calibri"/>
              </a:rPr>
              <a:t>ede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emelly.nachbal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 Qual@312!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</p:txBody>
      </p:sp>
      <p:pic>
        <p:nvPicPr>
          <p:cNvPr id="8" name="img_rede">
            <a:extLst>
              <a:ext uri="{FF2B5EF4-FFF2-40B4-BE49-F238E27FC236}">
                <a16:creationId xmlns:a16="http://schemas.microsoft.com/office/drawing/2014/main" id="{F29B3925-15E3-9589-4653-D4C1803938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4070" y="1014539"/>
            <a:ext cx="1338263" cy="1765194"/>
          </a:xfrm>
          <a:prstGeom prst="rect">
            <a:avLst/>
          </a:prstGeom>
        </p:spPr>
      </p:pic>
      <p:sp>
        <p:nvSpPr>
          <p:cNvPr id="10" name="ct_office"/>
          <p:cNvSpPr txBox="1"/>
          <p:nvPr/>
        </p:nvSpPr>
        <p:spPr>
          <a:xfrm>
            <a:off x="655421" y="2897297"/>
            <a:ext cx="84080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pc="-35" dirty="0">
                <a:solidFill>
                  <a:srgbClr val="7D7D7D"/>
                </a:solidFill>
                <a:latin typeface="Calibri"/>
                <a:cs typeface="Calibri"/>
              </a:rPr>
              <a:t>do Office365</a:t>
            </a:r>
            <a:endParaRPr lang="pt-BR" sz="18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Seu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5" dirty="0">
                <a:solidFill>
                  <a:srgbClr val="7D7D7D"/>
                </a:solidFill>
                <a:latin typeface="Calibri"/>
                <a:cs typeface="Calibri"/>
              </a:rPr>
              <a:t>e-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mail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está</a:t>
            </a:r>
            <a:r>
              <a:rPr lang="pt-BR" sz="1800" spc="-7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hospedado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da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Microsoft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(parceiro</a:t>
            </a:r>
            <a:r>
              <a:rPr lang="pt-BR" sz="1800" spc="-3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serviços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em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nuvem)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e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acessado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pela</a:t>
            </a:r>
            <a:r>
              <a:rPr lang="pt-BR" sz="1800" spc="-9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web,</a:t>
            </a:r>
            <a:r>
              <a:rPr lang="pt-BR" sz="1800" spc="-7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7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qualquer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30" dirty="0">
                <a:solidFill>
                  <a:srgbClr val="7D7D7D"/>
                </a:solidFill>
                <a:latin typeface="Calibri"/>
                <a:cs typeface="Calibri"/>
              </a:rPr>
              <a:t>lugar,</a:t>
            </a:r>
            <a:r>
              <a:rPr lang="pt-BR" sz="1800" spc="-7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lang="pt-BR" sz="1800" spc="-7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endereço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outlook.com</a:t>
            </a:r>
            <a:r>
              <a:rPr lang="pt-BR" sz="1800" spc="-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ou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office.com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Usuário: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emelly.nachbal@itabom.com.br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</a:t>
            </a:r>
            <a:r>
              <a:rPr lang="pt-BR" sz="1800" spc="-9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Qual@312!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</p:txBody>
      </p:sp>
      <p:pic>
        <p:nvPicPr>
          <p:cNvPr id="6" name="img_office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24765" y="3434563"/>
            <a:ext cx="896873" cy="807276"/>
          </a:xfrm>
          <a:prstGeom prst="rect">
            <a:avLst/>
          </a:prstGeom>
        </p:spPr>
      </p:pic>
      <p:sp>
        <p:nvSpPr>
          <p:cNvPr id="18" name="ct_protheus"/>
          <p:cNvSpPr txBox="1"/>
          <p:nvPr/>
        </p:nvSpPr>
        <p:spPr>
          <a:xfrm>
            <a:off x="704671" y="4851623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Protheus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emelly.nachbal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 Qual@312!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  <a:endParaRPr lang="pt-BR" sz="1800" dirty="0">
              <a:latin typeface="Calibri"/>
              <a:cs typeface="Calibri"/>
            </a:endParaRPr>
          </a:p>
        </p:txBody>
      </p:sp>
      <p:pic>
        <p:nvPicPr>
          <p:cNvPr id="17" name="img_protheus1">
            <a:extLst>
              <a:ext uri="{FF2B5EF4-FFF2-40B4-BE49-F238E27FC236}">
                <a16:creationId xmlns:a16="http://schemas.microsoft.com/office/drawing/2014/main" id="{E01B398B-14D1-FDF2-3357-06B46C3FF2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2930" y="4456336"/>
            <a:ext cx="714375" cy="752475"/>
          </a:xfrm>
          <a:prstGeom prst="rect">
            <a:avLst/>
          </a:prstGeom>
        </p:spPr>
      </p:pic>
      <p:pic>
        <p:nvPicPr>
          <p:cNvPr id="14" name="img_protheus2">
            <a:extLst>
              <a:ext uri="{FF2B5EF4-FFF2-40B4-BE49-F238E27FC236}">
                <a16:creationId xmlns:a16="http://schemas.microsoft.com/office/drawing/2014/main" id="{3FF66795-E667-C6B7-993F-01E55135EF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72893" y="5279875"/>
            <a:ext cx="771525" cy="742950"/>
          </a:xfrm>
          <a:prstGeom prst="rect">
            <a:avLst/>
          </a:prstGeom>
        </p:spPr>
      </p:pic>
      <p:pic>
        <p:nvPicPr>
          <p:cNvPr id="10" name="img_protheus3">
            <a:extLst>
              <a:ext uri="{FF2B5EF4-FFF2-40B4-BE49-F238E27FC236}">
                <a16:creationId xmlns:a16="http://schemas.microsoft.com/office/drawing/2014/main" id="{F05613AC-5FCE-4ECE-1D9C-BAD72D9B66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50541" y="4494436"/>
            <a:ext cx="7524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899BB-8BBE-A98C-DAB8-F97D2A4A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11FD2AC-8D63-29A6-7E58-99D8CBDB47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C7811BE-1386-C843-04B0-AF70E32963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19" name="ct_edata"/>
          <p:cNvSpPr txBox="1"/>
          <p:nvPr/>
        </p:nvSpPr>
        <p:spPr>
          <a:xfrm>
            <a:off x="704671" y="1496968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</a:t>
            </a:r>
            <a:r>
              <a:rPr lang="pt-BR" sz="1800" dirty="0" err="1">
                <a:solidFill>
                  <a:srgbClr val="7D7D7D"/>
                </a:solidFill>
                <a:latin typeface="Calibri"/>
                <a:cs typeface="Calibri"/>
              </a:rPr>
              <a:t>Edata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nemelly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Qual@312!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)</a:t>
            </a:r>
          </a:p>
        </p:txBody>
      </p:sp>
      <p:pic>
        <p:nvPicPr>
          <p:cNvPr id="13" name="img_edata1">
            <a:extLst>
              <a:ext uri="{FF2B5EF4-FFF2-40B4-BE49-F238E27FC236}">
                <a16:creationId xmlns:a16="http://schemas.microsoft.com/office/drawing/2014/main" id="{F70734AE-A964-9398-BFD3-56703C1137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5653" y="2332117"/>
            <a:ext cx="821837" cy="769657"/>
          </a:xfrm>
          <a:prstGeom prst="rect">
            <a:avLst/>
          </a:prstGeom>
        </p:spPr>
      </p:pic>
      <p:pic>
        <p:nvPicPr>
          <p:cNvPr id="11" name="img_edata2">
            <a:extLst>
              <a:ext uri="{FF2B5EF4-FFF2-40B4-BE49-F238E27FC236}">
                <a16:creationId xmlns:a16="http://schemas.microsoft.com/office/drawing/2014/main" id="{108A01B1-3407-DEA4-4DB3-24039A979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3846" y="1435333"/>
            <a:ext cx="821837" cy="731949"/>
          </a:xfrm>
          <a:prstGeom prst="rect">
            <a:avLst/>
          </a:prstGeom>
        </p:spPr>
      </p:pic>
      <p:pic>
        <p:nvPicPr>
          <p:cNvPr id="9" name="img_edata3">
            <a:extLst>
              <a:ext uri="{FF2B5EF4-FFF2-40B4-BE49-F238E27FC236}">
                <a16:creationId xmlns:a16="http://schemas.microsoft.com/office/drawing/2014/main" id="{CA85C695-0F15-60E7-8CDA-B9FB860FB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686" y="1431132"/>
            <a:ext cx="711330" cy="731948"/>
          </a:xfrm>
          <a:prstGeom prst="rect">
            <a:avLst/>
          </a:prstGeom>
        </p:spPr>
      </p:pic>
      <p:sp>
        <p:nvSpPr>
          <p:cNvPr id="5" name="ct_sag">
            <a:extLst>
              <a:ext uri="{FF2B5EF4-FFF2-40B4-BE49-F238E27FC236}">
                <a16:creationId xmlns:a16="http://schemas.microsoft.com/office/drawing/2014/main" id="{F55478FB-EFF5-A6D1-4124-AAA00F367DF5}"/>
              </a:ext>
            </a:extLst>
          </p:cNvPr>
          <p:cNvSpPr txBox="1"/>
          <p:nvPr/>
        </p:nvSpPr>
        <p:spPr>
          <a:xfrm>
            <a:off x="704671" y="2897297"/>
            <a:ext cx="871347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SAG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emellynachbal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Qual@312!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endParaRPr lang="pt-BR" sz="1800" spc="-10" dirty="0">
              <a:solidFill>
                <a:srgbClr val="7D7D7D"/>
              </a:solidFill>
              <a:latin typeface="Calibri"/>
              <a:cs typeface="Calibri"/>
            </a:endParaRPr>
          </a:p>
        </p:txBody>
      </p:sp>
      <p:pic>
        <p:nvPicPr>
          <p:cNvPr id="15" name="img_sag">
            <a:extLst>
              <a:ext uri="{FF2B5EF4-FFF2-40B4-BE49-F238E27FC236}">
                <a16:creationId xmlns:a16="http://schemas.microsoft.com/office/drawing/2014/main" id="{D872C0D9-2195-9457-8EFC-97E41061F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0482" y="3349174"/>
            <a:ext cx="679896" cy="945942"/>
          </a:xfrm>
          <a:prstGeom prst="rect">
            <a:avLst/>
          </a:prstGeom>
        </p:spPr>
      </p:pic>
      <p:sp>
        <p:nvSpPr>
          <p:cNvPr id="19" name="ct_wmw">
            <a:extLst>
              <a:ext uri="{FF2B5EF4-FFF2-40B4-BE49-F238E27FC236}">
                <a16:creationId xmlns:a16="http://schemas.microsoft.com/office/drawing/2014/main" id="{7E2B7AE5-04C2-8FA3-A06E-596B507B9402}"/>
              </a:ext>
            </a:extLst>
          </p:cNvPr>
          <p:cNvSpPr txBox="1"/>
          <p:nvPr/>
        </p:nvSpPr>
        <p:spPr>
          <a:xfrm>
            <a:off x="704671" y="4495116"/>
            <a:ext cx="8408019" cy="1490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WMW</a:t>
            </a:r>
          </a:p>
          <a:p>
            <a:pPr marL="12700">
              <a:spcBef>
                <a:spcPts val="100"/>
              </a:spcBef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pc="-60" dirty="0">
                <a:solidFill>
                  <a:srgbClr val="7D7D7D"/>
                </a:solidFill>
                <a:latin typeface="Calibri"/>
                <a:cs typeface="Calibri"/>
              </a:rPr>
              <a:t>download do sistema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lang="pt-BR" sz="1800" spc="-2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pc="-55" dirty="0">
                <a:solidFill>
                  <a:srgbClr val="7D7D7D"/>
                </a:solidFill>
                <a:latin typeface="Calibri"/>
                <a:cs typeface="Calibri"/>
              </a:rPr>
              <a:t>feito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link</a:t>
            </a:r>
            <a:r>
              <a:rPr lang="pt-BR" sz="1800" spc="-5" dirty="0">
                <a:solidFill>
                  <a:srgbClr val="7D7D7D"/>
                </a:solidFill>
                <a:latin typeface="Calibri"/>
                <a:cs typeface="Calibri"/>
              </a:rPr>
              <a:t>: </a:t>
            </a:r>
            <a:r>
              <a:rPr lang="pt-BR" sz="1800" spc="-5" dirty="0">
                <a:solidFill>
                  <a:srgbClr val="7D7D7D"/>
                </a:solidFill>
                <a:latin typeface="Calibri"/>
                <a:cs typeface="Calibri"/>
                <a:hlinkClick r:id="rId4"/>
              </a:rPr>
              <a:t>WMW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000842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Qual@312!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</a:p>
        </p:txBody>
      </p:sp>
      <p:pic>
        <p:nvPicPr>
          <p:cNvPr id="6" name="img_wmw">
            <a:extLst>
              <a:ext uri="{FF2B5EF4-FFF2-40B4-BE49-F238E27FC236}">
                <a16:creationId xmlns:a16="http://schemas.microsoft.com/office/drawing/2014/main" id="{A9B37C30-517C-CD39-9812-D2DC5469ED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78633" y="4995116"/>
            <a:ext cx="1021980" cy="90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8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A4D0B-7F86-456A-0D03-F395A0FB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1256B8-953B-7127-12F3-5A802C3177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BB2E0BE-3AAE-7853-DAA6-BA9048CBDC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pic>
        <p:nvPicPr>
          <p:cNvPr id="6" name="img_wmw">
            <a:extLst>
              <a:ext uri="{FF2B5EF4-FFF2-40B4-BE49-F238E27FC236}">
                <a16:creationId xmlns:a16="http://schemas.microsoft.com/office/drawing/2014/main" id="{A9B37C30-517C-CD39-9812-D2DC5469E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633" y="3612505"/>
            <a:ext cx="1021980" cy="904059"/>
          </a:xfrm>
          <a:prstGeom prst="rect">
            <a:avLst/>
          </a:prstGeom>
        </p:spPr>
      </p:pic>
      <p:sp>
        <p:nvSpPr>
          <p:cNvPr id="19" name="ct_wmw">
            <a:extLst>
              <a:ext uri="{FF2B5EF4-FFF2-40B4-BE49-F238E27FC236}">
                <a16:creationId xmlns:a16="http://schemas.microsoft.com/office/drawing/2014/main" id="{7E2B7AE5-04C2-8FA3-A06E-596B507B9402}"/>
              </a:ext>
            </a:extLst>
          </p:cNvPr>
          <p:cNvSpPr txBox="1"/>
          <p:nvPr/>
        </p:nvSpPr>
        <p:spPr>
          <a:xfrm>
            <a:off x="704671" y="3224505"/>
            <a:ext cx="8408019" cy="1490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WMW</a:t>
            </a:r>
          </a:p>
          <a:p>
            <a:pPr marL="12700">
              <a:spcBef>
                <a:spcPts val="100"/>
              </a:spcBef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pc="-60" dirty="0">
                <a:solidFill>
                  <a:srgbClr val="7D7D7D"/>
                </a:solidFill>
                <a:latin typeface="Calibri"/>
                <a:cs typeface="Calibri"/>
              </a:rPr>
              <a:t>download do sistema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lang="pt-BR" sz="1800" spc="-2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pc="-55" dirty="0">
                <a:solidFill>
                  <a:srgbClr val="7D7D7D"/>
                </a:solidFill>
                <a:latin typeface="Calibri"/>
                <a:cs typeface="Calibri"/>
              </a:rPr>
              <a:t>feito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link</a:t>
            </a:r>
            <a:r>
              <a:rPr lang="pt-BR" sz="1800" spc="-5" dirty="0">
                <a:solidFill>
                  <a:srgbClr val="7D7D7D"/>
                </a:solidFill>
                <a:latin typeface="Calibri"/>
                <a:cs typeface="Calibri"/>
              </a:rPr>
              <a:t>: </a:t>
            </a:r>
            <a:r>
              <a:rPr lang="pt-BR" sz="1800" spc="-5" dirty="0">
                <a:solidFill>
                  <a:srgbClr val="7D7D7D"/>
                </a:solidFill>
                <a:latin typeface="Calibri"/>
                <a:cs typeface="Calibri"/>
                <a:hlinkClick r:id="rId4"/>
              </a:rPr>
              <a:t>WMW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{{USUARIO_WMW}}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</a:p>
        </p:txBody>
      </p:sp>
      <p:pic>
        <p:nvPicPr>
          <p:cNvPr id="4" name="img_bi">
            <a:extLst>
              <a:ext uri="{FF2B5EF4-FFF2-40B4-BE49-F238E27FC236}">
                <a16:creationId xmlns:a16="http://schemas.microsoft.com/office/drawing/2014/main" id="{5A8820C8-4033-EC73-5DD9-08448B48F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7692" y="1371600"/>
            <a:ext cx="1473708" cy="1873896"/>
          </a:xfrm>
          <a:prstGeom prst="rect">
            <a:avLst/>
          </a:prstGeom>
        </p:spPr>
      </p:pic>
      <p:sp>
        <p:nvSpPr>
          <p:cNvPr id="18" name="ct_bi">
            <a:extLst>
              <a:ext uri="{FF2B5EF4-FFF2-40B4-BE49-F238E27FC236}">
                <a16:creationId xmlns:a16="http://schemas.microsoft.com/office/drawing/2014/main" id="{7758CEA6-2A9B-3E70-127E-D248C08C5FCA}"/>
              </a:ext>
            </a:extLst>
          </p:cNvPr>
          <p:cNvSpPr txBox="1"/>
          <p:nvPr/>
        </p:nvSpPr>
        <p:spPr>
          <a:xfrm>
            <a:off x="704671" y="1597636"/>
            <a:ext cx="8408019" cy="1490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Power BI</a:t>
            </a:r>
          </a:p>
          <a:p>
            <a:pPr marL="12700">
              <a:spcBef>
                <a:spcPts val="100"/>
              </a:spcBef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sistema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lang="pt-BR" sz="1800" spc="-2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acessado</a:t>
            </a:r>
            <a:r>
              <a:rPr lang="pt-BR" sz="1800" spc="-7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link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</a:rPr>
              <a:t>: 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  <a:hlinkClick r:id="rId6"/>
              </a:rPr>
              <a:t>Power BI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{{USUARIO}}@itabom.com.br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</a:p>
        </p:txBody>
      </p:sp>
    </p:spTree>
    <p:extLst>
      <p:ext uri="{BB962C8B-B14F-4D97-AF65-F5344CB8AC3E}">
        <p14:creationId xmlns:p14="http://schemas.microsoft.com/office/powerpoint/2010/main" val="1599395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Sobre</a:t>
            </a:r>
            <a:r>
              <a:rPr spc="-125"/>
              <a:t> </a:t>
            </a:r>
            <a:r>
              <a:rPr spc="-10"/>
              <a:t>nosso</a:t>
            </a:r>
            <a:r>
              <a:rPr spc="-110"/>
              <a:t> </a:t>
            </a:r>
            <a:r>
              <a:rPr spc="-10"/>
              <a:t>sistema</a:t>
            </a:r>
            <a:r>
              <a:rPr spc="-75"/>
              <a:t> </a:t>
            </a:r>
            <a:r>
              <a:t>de</a:t>
            </a:r>
            <a:r>
              <a:rPr spc="-105"/>
              <a:t> </a:t>
            </a:r>
            <a:r>
              <a:rPr spc="-10"/>
              <a:t>chamados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t>A</a:t>
            </a:r>
            <a:r>
              <a:rPr spc="-55"/>
              <a:t> </a:t>
            </a:r>
            <a:r>
              <a:t>equipe</a:t>
            </a:r>
            <a:r>
              <a:rPr spc="-65"/>
              <a:t> </a:t>
            </a:r>
            <a:r>
              <a:t>de</a:t>
            </a:r>
            <a:r>
              <a:rPr spc="-65"/>
              <a:t> </a:t>
            </a:r>
            <a:r>
              <a:t>TI,</a:t>
            </a:r>
            <a:r>
              <a:rPr spc="-65"/>
              <a:t> </a:t>
            </a:r>
            <a:r>
              <a:t>assim</a:t>
            </a:r>
            <a:r>
              <a:rPr spc="-20"/>
              <a:t> </a:t>
            </a:r>
            <a:r>
              <a:t>como</a:t>
            </a:r>
            <a:r>
              <a:rPr spc="-95"/>
              <a:t> </a:t>
            </a:r>
            <a:r>
              <a:t>outros</a:t>
            </a:r>
            <a:r>
              <a:rPr spc="-65"/>
              <a:t> </a:t>
            </a:r>
            <a:r>
              <a:rPr spc="-20"/>
              <a:t>departamentos</a:t>
            </a:r>
            <a:r>
              <a:rPr spc="-25"/>
              <a:t> </a:t>
            </a:r>
            <a:r>
              <a:t>de</a:t>
            </a:r>
            <a:r>
              <a:rPr spc="-65"/>
              <a:t> </a:t>
            </a:r>
            <a:r>
              <a:t>suporte</a:t>
            </a:r>
            <a:r>
              <a:rPr spc="-55"/>
              <a:t> </a:t>
            </a:r>
            <a:r>
              <a:t>e</a:t>
            </a:r>
            <a:r>
              <a:rPr spc="-50"/>
              <a:t> </a:t>
            </a:r>
            <a:r>
              <a:rPr spc="-20"/>
              <a:t>facilitadores</a:t>
            </a:r>
            <a:r>
              <a:rPr spc="-10"/>
              <a:t> </a:t>
            </a:r>
            <a:r>
              <a:t>em</a:t>
            </a:r>
            <a:r>
              <a:rPr spc="-60"/>
              <a:t> </a:t>
            </a:r>
            <a:r>
              <a:rPr spc="-10"/>
              <a:t>diversos</a:t>
            </a:r>
            <a:r>
              <a:rPr spc="-30"/>
              <a:t> </a:t>
            </a:r>
            <a:r>
              <a:t>processo</a:t>
            </a:r>
            <a:r>
              <a:rPr lang="pt-BR"/>
              <a:t>s</a:t>
            </a:r>
            <a:r>
              <a:t>,</a:t>
            </a:r>
            <a:r>
              <a:rPr spc="-60"/>
              <a:t> </a:t>
            </a:r>
            <a:r>
              <a:t>tem</a:t>
            </a:r>
            <a:r>
              <a:rPr spc="-55"/>
              <a:t> </a:t>
            </a:r>
            <a:r>
              <a:rPr spc="-50"/>
              <a:t>a </a:t>
            </a:r>
            <a:r>
              <a:rPr spc="-10"/>
              <a:t>necessidade</a:t>
            </a:r>
            <a:r>
              <a:rPr spc="-20"/>
              <a:t> </a:t>
            </a:r>
            <a:r>
              <a:t>de</a:t>
            </a:r>
            <a:r>
              <a:rPr spc="-50"/>
              <a:t> </a:t>
            </a:r>
            <a:r>
              <a:rPr spc="-10"/>
              <a:t>controlar</a:t>
            </a:r>
            <a:r>
              <a:rPr spc="-60"/>
              <a:t> </a:t>
            </a:r>
            <a:r>
              <a:t>as</a:t>
            </a:r>
            <a:r>
              <a:rPr spc="-35"/>
              <a:t> </a:t>
            </a:r>
            <a:r>
              <a:rPr spc="-20"/>
              <a:t>requisições</a:t>
            </a:r>
            <a:r>
              <a:rPr spc="-10"/>
              <a:t> </a:t>
            </a:r>
            <a:r>
              <a:t>e</a:t>
            </a:r>
            <a:r>
              <a:rPr spc="-50"/>
              <a:t> </a:t>
            </a:r>
            <a:r>
              <a:rPr spc="-35"/>
              <a:t>organizá-</a:t>
            </a:r>
            <a:r>
              <a:t>las</a:t>
            </a:r>
            <a:r>
              <a:rPr spc="-15"/>
              <a:t> </a:t>
            </a:r>
            <a:r>
              <a:t>de</a:t>
            </a:r>
            <a:r>
              <a:rPr spc="-60"/>
              <a:t> </a:t>
            </a:r>
            <a:r>
              <a:t>acordo</a:t>
            </a:r>
            <a:r>
              <a:rPr spc="-75"/>
              <a:t> </a:t>
            </a:r>
            <a:r>
              <a:t>com</a:t>
            </a:r>
            <a:r>
              <a:rPr spc="-55"/>
              <a:t> </a:t>
            </a:r>
            <a:r>
              <a:t>a</a:t>
            </a:r>
            <a:r>
              <a:rPr spc="-60"/>
              <a:t> </a:t>
            </a:r>
            <a:r>
              <a:rPr spc="-10"/>
              <a:t>urgência,</a:t>
            </a:r>
            <a:r>
              <a:rPr spc="-75"/>
              <a:t> </a:t>
            </a:r>
            <a:r>
              <a:rPr spc="-10"/>
              <a:t>criticidade</a:t>
            </a:r>
            <a:r>
              <a:t> </a:t>
            </a:r>
            <a:r>
              <a:rPr spc="-50"/>
              <a:t>e </a:t>
            </a:r>
            <a:r>
              <a:rPr spc="-10"/>
              <a:t>complexidade.</a:t>
            </a:r>
          </a:p>
          <a:p>
            <a:pPr marL="12700" marR="187960" algn="just">
              <a:lnSpc>
                <a:spcPct val="100000"/>
              </a:lnSpc>
              <a:spcBef>
                <a:spcPts val="2400"/>
              </a:spcBef>
            </a:pPr>
            <a:r>
              <a:t>Pedimos</a:t>
            </a:r>
            <a:r>
              <a:rPr spc="-35"/>
              <a:t> </a:t>
            </a:r>
            <a:r>
              <a:rPr spc="-10"/>
              <a:t>gentilmente</a:t>
            </a:r>
            <a:r>
              <a:rPr spc="-35"/>
              <a:t> </a:t>
            </a:r>
            <a:r>
              <a:t>que</a:t>
            </a:r>
            <a:r>
              <a:rPr spc="-30"/>
              <a:t> </a:t>
            </a:r>
            <a:r>
              <a:t>seus</a:t>
            </a:r>
            <a:r>
              <a:rPr spc="-30"/>
              <a:t> </a:t>
            </a:r>
            <a:r>
              <a:t>chamados</a:t>
            </a:r>
            <a:r>
              <a:rPr spc="-25"/>
              <a:t> </a:t>
            </a:r>
            <a:r>
              <a:t>e</a:t>
            </a:r>
            <a:r>
              <a:rPr spc="-25"/>
              <a:t> </a:t>
            </a:r>
            <a:r>
              <a:t>solicitações</a:t>
            </a:r>
            <a:r>
              <a:rPr spc="-40"/>
              <a:t> </a:t>
            </a:r>
            <a:r>
              <a:t>de</a:t>
            </a:r>
            <a:r>
              <a:rPr spc="-30"/>
              <a:t> </a:t>
            </a:r>
            <a:r>
              <a:t>suporte</a:t>
            </a:r>
            <a:r>
              <a:rPr spc="-35"/>
              <a:t> </a:t>
            </a:r>
            <a:r>
              <a:t>sejam</a:t>
            </a:r>
            <a:r>
              <a:rPr spc="-35"/>
              <a:t> </a:t>
            </a:r>
            <a:r>
              <a:t>feitos</a:t>
            </a:r>
            <a:r>
              <a:rPr spc="-25"/>
              <a:t> </a:t>
            </a:r>
            <a:r>
              <a:t>sempre</a:t>
            </a:r>
            <a:r>
              <a:rPr spc="-15"/>
              <a:t> </a:t>
            </a:r>
            <a:r>
              <a:t>no</a:t>
            </a:r>
            <a:r>
              <a:rPr spc="-25"/>
              <a:t> </a:t>
            </a:r>
            <a:r>
              <a:t>Fluig,</a:t>
            </a:r>
            <a:r>
              <a:rPr spc="-25"/>
              <a:t> </a:t>
            </a:r>
            <a:r>
              <a:t>e</a:t>
            </a:r>
            <a:r>
              <a:rPr spc="-40"/>
              <a:t> </a:t>
            </a:r>
            <a:r>
              <a:rPr spc="-25"/>
              <a:t>que </a:t>
            </a:r>
            <a:r>
              <a:t>aguarde</a:t>
            </a:r>
            <a:r>
              <a:rPr spc="-30"/>
              <a:t> </a:t>
            </a:r>
            <a:r>
              <a:t>o</a:t>
            </a:r>
            <a:r>
              <a:rPr spc="-15"/>
              <a:t> </a:t>
            </a:r>
            <a:r>
              <a:t>tempo</a:t>
            </a:r>
            <a:r>
              <a:rPr spc="-30"/>
              <a:t> </a:t>
            </a:r>
            <a:r>
              <a:t>de</a:t>
            </a:r>
            <a:r>
              <a:rPr spc="-15"/>
              <a:t> </a:t>
            </a:r>
            <a:r>
              <a:rPr spc="-10"/>
              <a:t>atendimento</a:t>
            </a:r>
            <a:r>
              <a:rPr spc="-30"/>
              <a:t> </a:t>
            </a:r>
            <a:r>
              <a:t>que</a:t>
            </a:r>
            <a:r>
              <a:rPr spc="-30"/>
              <a:t> </a:t>
            </a:r>
            <a:r>
              <a:t>pode</a:t>
            </a:r>
            <a:r>
              <a:rPr spc="-35"/>
              <a:t> </a:t>
            </a:r>
            <a:r>
              <a:t>levar</a:t>
            </a:r>
            <a:r>
              <a:rPr spc="-40"/>
              <a:t> </a:t>
            </a:r>
            <a:r>
              <a:t>de</a:t>
            </a:r>
            <a:r>
              <a:rPr spc="-30"/>
              <a:t> </a:t>
            </a:r>
            <a:r>
              <a:t>30</a:t>
            </a:r>
            <a:r>
              <a:rPr spc="-10"/>
              <a:t> </a:t>
            </a:r>
            <a:r>
              <a:t>minutos</a:t>
            </a:r>
            <a:r>
              <a:rPr spc="-25"/>
              <a:t> </a:t>
            </a:r>
            <a:r>
              <a:t>a</a:t>
            </a:r>
            <a:r>
              <a:rPr spc="-25"/>
              <a:t> </a:t>
            </a:r>
            <a:r>
              <a:t>2</a:t>
            </a:r>
            <a:r>
              <a:rPr spc="-25"/>
              <a:t> </a:t>
            </a:r>
            <a:r>
              <a:t>dias,</a:t>
            </a:r>
            <a:r>
              <a:rPr spc="-20"/>
              <a:t> </a:t>
            </a:r>
            <a:r>
              <a:t>de</a:t>
            </a:r>
            <a:r>
              <a:rPr spc="-30"/>
              <a:t> </a:t>
            </a:r>
            <a:r>
              <a:t>acordo</a:t>
            </a:r>
            <a:r>
              <a:rPr spc="-20"/>
              <a:t> </a:t>
            </a:r>
            <a:r>
              <a:t>com</a:t>
            </a:r>
            <a:r>
              <a:rPr spc="-25"/>
              <a:t> </a:t>
            </a:r>
            <a:r>
              <a:t>o</a:t>
            </a:r>
            <a:r>
              <a:rPr spc="-30"/>
              <a:t> </a:t>
            </a:r>
            <a:r>
              <a:t>nível</a:t>
            </a:r>
            <a:r>
              <a:rPr spc="-20"/>
              <a:t> </a:t>
            </a:r>
            <a:r>
              <a:t>de</a:t>
            </a:r>
            <a:r>
              <a:rPr spc="-30"/>
              <a:t> </a:t>
            </a:r>
            <a:r>
              <a:rPr spc="-25"/>
              <a:t>SLA </a:t>
            </a:r>
            <a:r>
              <a:rPr spc="-10"/>
              <a:t>acordado</a:t>
            </a:r>
            <a:r>
              <a:rPr spc="-110"/>
              <a:t> </a:t>
            </a:r>
            <a:r>
              <a:t>para</a:t>
            </a:r>
            <a:r>
              <a:rPr spc="-85"/>
              <a:t> </a:t>
            </a:r>
            <a:r>
              <a:t>seu</a:t>
            </a:r>
            <a:r>
              <a:rPr spc="-80"/>
              <a:t> </a:t>
            </a:r>
            <a:r>
              <a:t>problema,</a:t>
            </a:r>
            <a:r>
              <a:rPr spc="-65"/>
              <a:t> </a:t>
            </a:r>
            <a:r>
              <a:rPr spc="-10"/>
              <a:t>aplicação.</a:t>
            </a:r>
          </a:p>
          <a:p>
            <a:pPr marL="12700" marR="152400" algn="just">
              <a:lnSpc>
                <a:spcPct val="100000"/>
              </a:lnSpc>
              <a:spcBef>
                <a:spcPts val="2400"/>
              </a:spcBef>
            </a:pPr>
            <a:r>
              <a:t>Nos</a:t>
            </a:r>
            <a:r>
              <a:rPr spc="-25"/>
              <a:t> </a:t>
            </a:r>
            <a:r>
              <a:t>seus</a:t>
            </a:r>
            <a:r>
              <a:rPr spc="-20"/>
              <a:t> </a:t>
            </a:r>
            <a:r>
              <a:t>chamados,</a:t>
            </a:r>
            <a:r>
              <a:rPr spc="-5"/>
              <a:t> </a:t>
            </a:r>
            <a:r>
              <a:t>você</a:t>
            </a:r>
            <a:r>
              <a:rPr spc="-15"/>
              <a:t> </a:t>
            </a:r>
            <a:r>
              <a:t>pode</a:t>
            </a:r>
            <a:r>
              <a:rPr spc="-10"/>
              <a:t> interagir</a:t>
            </a:r>
            <a:r>
              <a:rPr spc="-30"/>
              <a:t> </a:t>
            </a:r>
            <a:r>
              <a:t>(através</a:t>
            </a:r>
            <a:r>
              <a:rPr spc="-20"/>
              <a:t> </a:t>
            </a:r>
            <a:r>
              <a:t>do</a:t>
            </a:r>
            <a:r>
              <a:rPr spc="-15"/>
              <a:t> </a:t>
            </a:r>
            <a:r>
              <a:t>Fluig)</a:t>
            </a:r>
            <a:r>
              <a:rPr spc="-25"/>
              <a:t> </a:t>
            </a:r>
            <a:r>
              <a:t>e</a:t>
            </a:r>
            <a:r>
              <a:rPr spc="-5"/>
              <a:t> </a:t>
            </a:r>
            <a:r>
              <a:rPr spc="-10"/>
              <a:t>descrever</a:t>
            </a:r>
            <a:r>
              <a:rPr spc="-35"/>
              <a:t> </a:t>
            </a:r>
            <a:r>
              <a:t>qual</a:t>
            </a:r>
            <a:r>
              <a:rPr spc="-35"/>
              <a:t> </a:t>
            </a:r>
            <a:r>
              <a:t>o</a:t>
            </a:r>
            <a:r>
              <a:rPr spc="-5"/>
              <a:t> </a:t>
            </a:r>
            <a:r>
              <a:t>impacto</a:t>
            </a:r>
            <a:r>
              <a:rPr spc="-5"/>
              <a:t> </a:t>
            </a:r>
            <a:r>
              <a:rPr spc="-25"/>
              <a:t>referente </a:t>
            </a:r>
            <a:r>
              <a:t>ao</a:t>
            </a:r>
            <a:r>
              <a:rPr spc="-5"/>
              <a:t> </a:t>
            </a:r>
            <a:r>
              <a:rPr spc="-25"/>
              <a:t>não </a:t>
            </a:r>
            <a:r>
              <a:t>funcionamento</a:t>
            </a:r>
            <a:r>
              <a:rPr spc="-25"/>
              <a:t> </a:t>
            </a:r>
            <a:r>
              <a:t>do</a:t>
            </a:r>
            <a:r>
              <a:rPr spc="-30"/>
              <a:t> </a:t>
            </a:r>
            <a:r>
              <a:t>sistema,</a:t>
            </a:r>
            <a:r>
              <a:rPr spc="-30"/>
              <a:t> </a:t>
            </a:r>
            <a:r>
              <a:t>módulo,</a:t>
            </a:r>
            <a:r>
              <a:rPr spc="-35"/>
              <a:t> </a:t>
            </a:r>
            <a:r>
              <a:t>rotina</a:t>
            </a:r>
            <a:r>
              <a:rPr spc="-15"/>
              <a:t> </a:t>
            </a:r>
            <a:r>
              <a:t>e</a:t>
            </a:r>
            <a:r>
              <a:rPr spc="-30"/>
              <a:t> </a:t>
            </a:r>
            <a:r>
              <a:t>etc,</a:t>
            </a:r>
            <a:r>
              <a:rPr spc="-25"/>
              <a:t> </a:t>
            </a:r>
            <a:r>
              <a:t>se</a:t>
            </a:r>
            <a:r>
              <a:rPr spc="-35"/>
              <a:t> </a:t>
            </a:r>
            <a:r>
              <a:t>possível</a:t>
            </a:r>
            <a:r>
              <a:rPr spc="-45"/>
              <a:t> </a:t>
            </a:r>
            <a:r>
              <a:t>nos</a:t>
            </a:r>
            <a:r>
              <a:rPr spc="-35"/>
              <a:t> </a:t>
            </a:r>
            <a:r>
              <a:t>informe</a:t>
            </a:r>
            <a:r>
              <a:rPr spc="-20"/>
              <a:t> </a:t>
            </a:r>
            <a:r>
              <a:t>se</a:t>
            </a:r>
            <a:r>
              <a:rPr spc="-20"/>
              <a:t> </a:t>
            </a:r>
            <a:r>
              <a:t>o</a:t>
            </a:r>
            <a:r>
              <a:rPr spc="-30"/>
              <a:t> </a:t>
            </a:r>
            <a:r>
              <a:rPr spc="-20"/>
              <a:t>departamento</a:t>
            </a:r>
            <a:r>
              <a:rPr spc="-40"/>
              <a:t> </a:t>
            </a:r>
            <a:r>
              <a:t>possui</a:t>
            </a:r>
            <a:r>
              <a:rPr spc="-30"/>
              <a:t> </a:t>
            </a:r>
            <a:r>
              <a:rPr spc="-25"/>
              <a:t>um </a:t>
            </a:r>
            <a:r>
              <a:t>plano</a:t>
            </a:r>
            <a:r>
              <a:rPr spc="-75"/>
              <a:t> </a:t>
            </a:r>
            <a:r>
              <a:rPr spc="-50"/>
              <a:t>B</a:t>
            </a:r>
          </a:p>
          <a:p>
            <a:pPr marL="12700" algn="just">
              <a:lnSpc>
                <a:spcPct val="100000"/>
              </a:lnSpc>
              <a:spcBef>
                <a:spcPts val="2405"/>
              </a:spcBef>
            </a:pPr>
            <a:r>
              <a:t>A</a:t>
            </a:r>
            <a:r>
              <a:rPr spc="-60"/>
              <a:t> </a:t>
            </a:r>
            <a:r>
              <a:t>equipe</a:t>
            </a:r>
            <a:r>
              <a:rPr spc="-45"/>
              <a:t> </a:t>
            </a:r>
            <a:r>
              <a:t>de</a:t>
            </a:r>
            <a:r>
              <a:rPr spc="-70"/>
              <a:t> </a:t>
            </a:r>
            <a:r>
              <a:t>TI</a:t>
            </a:r>
            <a:r>
              <a:rPr spc="-70"/>
              <a:t> </a:t>
            </a:r>
            <a:r>
              <a:t>fica</a:t>
            </a:r>
            <a:r>
              <a:rPr spc="-40"/>
              <a:t> </a:t>
            </a:r>
            <a:r>
              <a:t>disponivel</a:t>
            </a:r>
            <a:r>
              <a:rPr spc="-40"/>
              <a:t> </a:t>
            </a:r>
            <a:r>
              <a:rPr spc="-10"/>
              <a:t>também</a:t>
            </a:r>
            <a:r>
              <a:rPr spc="-65"/>
              <a:t> </a:t>
            </a:r>
            <a:r>
              <a:rPr spc="-20"/>
              <a:t>através </a:t>
            </a:r>
            <a:r>
              <a:t>do</a:t>
            </a:r>
            <a:r>
              <a:rPr spc="-65"/>
              <a:t> </a:t>
            </a:r>
            <a:r>
              <a:rPr spc="-20"/>
              <a:t>e-</a:t>
            </a:r>
            <a:r>
              <a:t>mail:</a:t>
            </a:r>
            <a:r>
              <a:rPr spc="-30"/>
              <a:t> </a:t>
            </a:r>
            <a:r>
              <a:rPr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ti_chamados@itabom.com.br</a:t>
            </a:r>
            <a:endParaRPr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hlinkClick r:id="rId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27987" cy="6857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31652" y="6132576"/>
            <a:ext cx="1039368" cy="501395"/>
          </a:xfrm>
          <a:prstGeom prst="rect">
            <a:avLst/>
          </a:prstGeom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A9F5C77-9FDA-F636-C032-A5EE4637808A}"/>
              </a:ext>
            </a:extLst>
          </p:cNvPr>
          <p:cNvGrpSpPr/>
          <p:nvPr/>
        </p:nvGrpSpPr>
        <p:grpSpPr>
          <a:xfrm>
            <a:off x="1924305" y="899781"/>
            <a:ext cx="2676144" cy="2478351"/>
            <a:chOff x="2157983" y="736617"/>
            <a:chExt cx="2676144" cy="2478351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7983" y="736617"/>
              <a:ext cx="2676144" cy="1831322"/>
            </a:xfrm>
            <a:prstGeom prst="rect">
              <a:avLst/>
            </a:prstGeom>
          </p:spPr>
        </p:pic>
        <p:sp>
          <p:nvSpPr>
            <p:cNvPr id="10" name="object 10"/>
            <p:cNvSpPr txBox="1"/>
            <p:nvPr/>
          </p:nvSpPr>
          <p:spPr>
            <a:xfrm>
              <a:off x="2324480" y="2565431"/>
              <a:ext cx="2340610" cy="649537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3175" algn="ctr">
                <a:lnSpc>
                  <a:spcPct val="100000"/>
                </a:lnSpc>
                <a:spcBef>
                  <a:spcPts val="445"/>
                </a:spcBef>
              </a:pPr>
              <a:r>
                <a:rPr lang="pt-BR" sz="1300" spc="-10">
                  <a:latin typeface="Calibri"/>
                  <a:cs typeface="Calibri"/>
                </a:rPr>
                <a:t>Renato</a:t>
              </a:r>
              <a:r>
                <a:rPr lang="pt-BR" sz="1300" spc="-45">
                  <a:latin typeface="Calibri"/>
                  <a:cs typeface="Calibri"/>
                </a:rPr>
                <a:t> </a:t>
              </a:r>
              <a:r>
                <a:rPr lang="pt-BR" sz="1300" spc="-10">
                  <a:latin typeface="Calibri"/>
                  <a:cs typeface="Calibri"/>
                </a:rPr>
                <a:t>Constancio</a:t>
              </a:r>
              <a:br>
                <a:rPr lang="pt-BR" sz="1300" spc="-10">
                  <a:latin typeface="Calibri"/>
                  <a:cs typeface="Calibri"/>
                </a:rPr>
              </a:br>
              <a:r>
                <a:rPr lang="pt-BR" sz="1300" spc="-10">
                  <a:latin typeface="Calibri"/>
                  <a:cs typeface="Calibri"/>
                </a:rPr>
                <a:t>(11) 98943-6166</a:t>
              </a:r>
              <a:endParaRPr lang="pt-BR" sz="1300">
                <a:latin typeface="Calibri"/>
                <a:cs typeface="Calibri"/>
              </a:endParaRPr>
            </a:p>
            <a:p>
              <a:pPr algn="ctr">
                <a:lnSpc>
                  <a:spcPts val="1530"/>
                </a:lnSpc>
              </a:pP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5"/>
                </a:rPr>
                <a:t>renato.constancio@itabom.com.br</a:t>
              </a:r>
              <a:endParaRPr sz="1300">
                <a:latin typeface="Calibri"/>
                <a:cs typeface="Calibri"/>
              </a:endParaRP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E4493763-4EC4-7DF1-2F14-D6FA5E01D513}"/>
              </a:ext>
            </a:extLst>
          </p:cNvPr>
          <p:cNvGrpSpPr/>
          <p:nvPr/>
        </p:nvGrpSpPr>
        <p:grpSpPr>
          <a:xfrm>
            <a:off x="4803273" y="3848100"/>
            <a:ext cx="2676143" cy="2718296"/>
            <a:chOff x="5158740" y="3582901"/>
            <a:chExt cx="2676143" cy="2718296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58740" y="3582901"/>
              <a:ext cx="2676143" cy="1833394"/>
            </a:xfrm>
            <a:prstGeom prst="rect">
              <a:avLst/>
            </a:prstGeom>
          </p:spPr>
        </p:pic>
        <p:sp>
          <p:nvSpPr>
            <p:cNvPr id="12" name="object 12"/>
            <p:cNvSpPr txBox="1"/>
            <p:nvPr/>
          </p:nvSpPr>
          <p:spPr>
            <a:xfrm>
              <a:off x="5569077" y="5443911"/>
              <a:ext cx="1861185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algn="ctr"/>
              <a:r>
                <a:rPr sz="1300" spc="-10">
                  <a:latin typeface="Calibri"/>
                  <a:cs typeface="Calibri"/>
                </a:rPr>
                <a:t>Kayky</a:t>
              </a:r>
              <a:r>
                <a:rPr sz="1300" spc="-60">
                  <a:latin typeface="Calibri"/>
                  <a:cs typeface="Calibri"/>
                </a:rPr>
                <a:t> </a:t>
              </a:r>
              <a:r>
                <a:rPr sz="1300" spc="-10">
                  <a:latin typeface="Calibri"/>
                  <a:cs typeface="Calibri"/>
                </a:rPr>
                <a:t>Silva</a:t>
              </a:r>
              <a:endParaRPr sz="1300"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(14) 99118-4399</a:t>
              </a:r>
            </a:p>
            <a:p>
              <a:pPr marL="635" algn="ctr"/>
              <a:r>
                <a:rPr lang="pt-BR"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7"/>
                </a:rPr>
                <a:t>k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7"/>
                </a:rPr>
                <a:t>ayky.silva@itabom.com.br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07:00 até 16:48</a:t>
              </a:r>
              <a:endParaRPr sz="1300">
                <a:latin typeface="Calibri"/>
                <a:cs typeface="Calibri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16708" y="2728593"/>
            <a:ext cx="2054225" cy="1088118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/>
            <a:r>
              <a:rPr sz="1300" spc="-10">
                <a:latin typeface="Calibri"/>
                <a:cs typeface="Calibri"/>
              </a:rPr>
              <a:t>Marco</a:t>
            </a:r>
            <a:r>
              <a:rPr sz="1300" spc="-40">
                <a:latin typeface="Calibri"/>
                <a:cs typeface="Calibri"/>
              </a:rPr>
              <a:t> </a:t>
            </a:r>
            <a:r>
              <a:rPr sz="1300" spc="-10">
                <a:latin typeface="Calibri"/>
                <a:cs typeface="Calibri"/>
              </a:rPr>
              <a:t>Borges</a:t>
            </a:r>
            <a:endParaRPr sz="1300">
              <a:latin typeface="Calibri"/>
              <a:cs typeface="Calibri"/>
            </a:endParaRPr>
          </a:p>
          <a:p>
            <a:pPr algn="ctr"/>
            <a:r>
              <a:rPr lang="pt-BR" sz="1300" spc="-10">
                <a:latin typeface="Calibri"/>
                <a:cs typeface="Calibri"/>
              </a:rPr>
              <a:t>(14) 99117-6814</a:t>
            </a:r>
          </a:p>
          <a:p>
            <a:pPr algn="ctr"/>
            <a:r>
              <a:rPr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marco.borges@itabom.com.br</a:t>
            </a:r>
            <a:endParaRPr lang="pt-BR" sz="1300" u="sng"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cs typeface="Calibri"/>
            </a:endParaRPr>
          </a:p>
          <a:p>
            <a:pPr algn="ctr"/>
            <a:r>
              <a:rPr lang="pt-BR" sz="1300" spc="-10">
                <a:latin typeface="Calibri"/>
                <a:cs typeface="Calibri"/>
              </a:rPr>
              <a:t>08:30 até 18:18</a:t>
            </a:r>
          </a:p>
          <a:p>
            <a:pPr marL="3810" algn="ctr">
              <a:lnSpc>
                <a:spcPts val="1530"/>
              </a:lnSpc>
              <a:spcBef>
                <a:spcPts val="345"/>
              </a:spcBef>
            </a:pPr>
            <a:endParaRPr sz="1300">
              <a:latin typeface="Calibri"/>
              <a:cs typeface="Calibri"/>
            </a:endParaRP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BEE6D2A7-0D3B-F267-16E2-5429818387D1}"/>
              </a:ext>
            </a:extLst>
          </p:cNvPr>
          <p:cNvGrpSpPr/>
          <p:nvPr/>
        </p:nvGrpSpPr>
        <p:grpSpPr>
          <a:xfrm>
            <a:off x="1923035" y="3848100"/>
            <a:ext cx="2676143" cy="2647961"/>
            <a:chOff x="8153400" y="3582901"/>
            <a:chExt cx="2676143" cy="2647961"/>
          </a:xfrm>
        </p:grpSpPr>
        <p:sp>
          <p:nvSpPr>
            <p:cNvPr id="23" name="object 12">
              <a:extLst>
                <a:ext uri="{FF2B5EF4-FFF2-40B4-BE49-F238E27FC236}">
                  <a16:creationId xmlns:a16="http://schemas.microsoft.com/office/drawing/2014/main" id="{E31B8CD8-FE73-AC0F-C168-C9A91F89FCD4}"/>
                </a:ext>
              </a:extLst>
            </p:cNvPr>
            <p:cNvSpPr txBox="1"/>
            <p:nvPr/>
          </p:nvSpPr>
          <p:spPr>
            <a:xfrm>
              <a:off x="8458201" y="5373576"/>
              <a:ext cx="2133600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algn="ctr"/>
              <a:r>
                <a:rPr lang="pt-BR" sz="1300" spc="-10">
                  <a:latin typeface="Calibri"/>
                  <a:cs typeface="Calibri"/>
                </a:rPr>
                <a:t>Leandro Pinto</a:t>
              </a:r>
              <a:endParaRPr sz="1300"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(14) 99103-3604</a:t>
              </a:r>
            </a:p>
            <a:p>
              <a:pPr marL="635" algn="ctr"/>
              <a:r>
                <a:rPr lang="pt-BR" sz="1300" u="sng" spc="-10" err="1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9"/>
                </a:rPr>
                <a:t>leandro.pinto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9"/>
                </a:rPr>
                <a:t>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16:00 até 01:48</a:t>
              </a:r>
              <a:endParaRPr sz="1300">
                <a:latin typeface="Calibri"/>
                <a:cs typeface="Calibri"/>
              </a:endParaRPr>
            </a:p>
          </p:txBody>
        </p:sp>
        <p:pic>
          <p:nvPicPr>
            <p:cNvPr id="18" name="Imagem 17" descr="Homem de barba e camisa preta&#10;&#10;Descrição gerada automaticamente">
              <a:extLst>
                <a:ext uri="{FF2B5EF4-FFF2-40B4-BE49-F238E27FC236}">
                  <a16:creationId xmlns:a16="http://schemas.microsoft.com/office/drawing/2014/main" id="{39913945-FD17-6284-5969-B4CC128E0E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449"/>
            <a:stretch/>
          </p:blipFill>
          <p:spPr>
            <a:xfrm>
              <a:off x="8153400" y="3582901"/>
              <a:ext cx="2676143" cy="1824130"/>
            </a:xfrm>
            <a:prstGeom prst="roundRect">
              <a:avLst/>
            </a:prstGeom>
            <a:effectLst/>
          </p:spPr>
        </p:pic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56C03B9F-1964-CED7-CE65-4573A624E82F}"/>
              </a:ext>
            </a:extLst>
          </p:cNvPr>
          <p:cNvGrpSpPr/>
          <p:nvPr/>
        </p:nvGrpSpPr>
        <p:grpSpPr>
          <a:xfrm>
            <a:off x="7760590" y="895132"/>
            <a:ext cx="2676143" cy="2692219"/>
            <a:chOff x="5077967" y="774154"/>
            <a:chExt cx="2676143" cy="2692219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77967" y="774154"/>
              <a:ext cx="2676143" cy="1834933"/>
            </a:xfrm>
            <a:prstGeom prst="rect">
              <a:avLst/>
            </a:prstGeom>
          </p:spPr>
        </p:pic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F59718F6-2A26-6100-33C7-C7794BF2CD90}"/>
                </a:ext>
              </a:extLst>
            </p:cNvPr>
            <p:cNvSpPr txBox="1"/>
            <p:nvPr/>
          </p:nvSpPr>
          <p:spPr>
            <a:xfrm>
              <a:off x="5449827" y="2609087"/>
              <a:ext cx="2054225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4445" algn="ctr"/>
              <a:r>
                <a:rPr lang="pt-BR" sz="1300" spc="-10">
                  <a:latin typeface="Calibri"/>
                  <a:cs typeface="Calibri"/>
                </a:rPr>
                <a:t>Vitor Silva</a:t>
              </a:r>
              <a:endParaRPr sz="1300">
                <a:latin typeface="Calibri"/>
                <a:cs typeface="Calibri"/>
              </a:endParaRPr>
            </a:p>
            <a:p>
              <a:pPr marL="3810" algn="ctr"/>
              <a:r>
                <a:rPr lang="pt-BR" sz="1300" spc="-10">
                  <a:latin typeface="Calibri"/>
                  <a:cs typeface="Calibri"/>
                </a:rPr>
                <a:t>(14) 97402-6038</a:t>
              </a:r>
            </a:p>
            <a:p>
              <a:pPr marL="3810" algn="ctr"/>
              <a:r>
                <a:rPr lang="pt-BR" sz="1300" u="sng" spc="-10" err="1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12"/>
                </a:rPr>
                <a:t>vitor.silva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12"/>
                </a:rPr>
                <a:t>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3810" algn="ctr"/>
              <a:r>
                <a:rPr lang="pt-BR" sz="1300" spc="-10">
                  <a:latin typeface="Calibri"/>
                  <a:cs typeface="Calibri"/>
                </a:rPr>
                <a:t>07:30 até 17:18</a:t>
              </a:r>
              <a:endParaRPr sz="1300">
                <a:latin typeface="Calibri"/>
                <a:cs typeface="Calibri"/>
              </a:endParaRPr>
            </a:p>
          </p:txBody>
        </p:sp>
      </p:grpSp>
      <p:sp>
        <p:nvSpPr>
          <p:cNvPr id="30" name="object 2">
            <a:extLst>
              <a:ext uri="{FF2B5EF4-FFF2-40B4-BE49-F238E27FC236}">
                <a16:creationId xmlns:a16="http://schemas.microsoft.com/office/drawing/2014/main" id="{299FE8B9-DB81-0928-8F5F-D2EAF751A962}"/>
              </a:ext>
            </a:extLst>
          </p:cNvPr>
          <p:cNvSpPr txBox="1">
            <a:spLocks/>
          </p:cNvSpPr>
          <p:nvPr/>
        </p:nvSpPr>
        <p:spPr>
          <a:xfrm>
            <a:off x="1975486" y="197235"/>
            <a:ext cx="4302125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spc="-10"/>
              <a:t>Sobre a equipe de TI</a:t>
            </a:r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id="{D4C729DB-BCEC-317A-871D-EDABD7780E54}"/>
              </a:ext>
            </a:extLst>
          </p:cNvPr>
          <p:cNvSpPr txBox="1"/>
          <p:nvPr/>
        </p:nvSpPr>
        <p:spPr>
          <a:xfrm>
            <a:off x="7760590" y="5703933"/>
            <a:ext cx="2676143" cy="857286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/>
            <a:r>
              <a:rPr lang="pt-BR" sz="1300" spc="-10">
                <a:latin typeface="Calibri"/>
                <a:cs typeface="Calibri"/>
              </a:rPr>
              <a:t>Ricardo Mazzo</a:t>
            </a:r>
            <a:endParaRPr sz="1300">
              <a:latin typeface="Calibri"/>
              <a:cs typeface="Calibri"/>
            </a:endParaRPr>
          </a:p>
          <a:p>
            <a:pPr marL="635" algn="ctr"/>
            <a:r>
              <a:rPr lang="pt-BR" sz="1300">
                <a:latin typeface="Calibri"/>
                <a:cs typeface="Calibri"/>
              </a:rPr>
              <a:t>(14) 99166-8338</a:t>
            </a:r>
          </a:p>
          <a:p>
            <a:pPr marL="635" algn="ctr"/>
            <a:r>
              <a: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ricardo</a:t>
            </a:r>
            <a:r>
              <a:rPr lang="pt-BR" sz="1300" u="sng" spc="-10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.nascimento</a:t>
            </a:r>
            <a:r>
              <a:rPr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@itabom.com.br</a:t>
            </a:r>
            <a:endParaRPr lang="pt-BR" sz="1300" u="sng"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cs typeface="Calibri"/>
            </a:endParaRPr>
          </a:p>
          <a:p>
            <a:pPr marL="635" algn="ctr"/>
            <a:r>
              <a:rPr lang="pt-BR" sz="1300">
                <a:latin typeface="Calibri"/>
                <a:cs typeface="Calibri"/>
              </a:rPr>
              <a:t>08:00 até 14:00 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8" name="Imagem 7" descr="Cabeça de gato&#10;&#10;O conteúdo gerado por IA pode estar incorreto.">
            <a:extLst>
              <a:ext uri="{FF2B5EF4-FFF2-40B4-BE49-F238E27FC236}">
                <a16:creationId xmlns:a16="http://schemas.microsoft.com/office/drawing/2014/main" id="{EB983B60-9DC8-B667-1100-6CC9A624A0E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2" t="-123" r="31114" b="125"/>
          <a:stretch>
            <a:fillRect/>
          </a:stretch>
        </p:blipFill>
        <p:spPr>
          <a:xfrm rot="16200000">
            <a:off x="8227342" y="3410859"/>
            <a:ext cx="1864440" cy="2676144"/>
          </a:xfrm>
          <a:prstGeom prst="roundRect">
            <a:avLst>
              <a:gd name="adj" fmla="val 16667"/>
            </a:avLst>
          </a:prstGeom>
          <a:ln>
            <a:noFill/>
          </a:ln>
          <a:effectLst/>
        </p:spPr>
      </p:pic>
      <p:pic>
        <p:nvPicPr>
          <p:cNvPr id="5" name="Imagem 4" descr="Homem com camisa azul&#10;&#10;O conteúdo gerado por IA pode estar incorreto.">
            <a:extLst>
              <a:ext uri="{FF2B5EF4-FFF2-40B4-BE49-F238E27FC236}">
                <a16:creationId xmlns:a16="http://schemas.microsoft.com/office/drawing/2014/main" id="{43921BD6-5D6B-B91E-28FA-E3B5D5F3636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5" t="24893" r="1671" b="30857"/>
          <a:stretch>
            <a:fillRect/>
          </a:stretch>
        </p:blipFill>
        <p:spPr>
          <a:xfrm>
            <a:off x="4841748" y="865882"/>
            <a:ext cx="2676143" cy="1831322"/>
          </a:xfrm>
          <a:prstGeom prst="roundRect">
            <a:avLst>
              <a:gd name="adj" fmla="val 16236"/>
            </a:avLst>
          </a:prstGeom>
          <a:ln>
            <a:noFill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20">
                <a:solidFill>
                  <a:srgbClr val="FFFFFF"/>
                </a:solidFill>
              </a:rPr>
              <a:t>Obrigado!</a:t>
            </a:r>
            <a:endParaRPr sz="9600"/>
          </a:p>
        </p:txBody>
      </p:sp>
      <p:sp>
        <p:nvSpPr>
          <p:cNvPr id="3" name="object 3"/>
          <p:cNvSpPr txBox="1"/>
          <p:nvPr/>
        </p:nvSpPr>
        <p:spPr>
          <a:xfrm>
            <a:off x="4514215" y="4564760"/>
            <a:ext cx="30486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i="1" spc="-10">
                <a:solidFill>
                  <a:srgbClr val="FFFFFF"/>
                </a:solidFill>
                <a:latin typeface="Calibri"/>
                <a:cs typeface="Calibri"/>
              </a:rPr>
              <a:t>#juntosmaisfortes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</TotalTime>
  <Words>771</Words>
  <Application>Microsoft Office PowerPoint</Application>
  <PresentationFormat>Widescreen</PresentationFormat>
  <Paragraphs>124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Apresentação do PowerPoint</vt:lpstr>
      <vt:lpstr>Organograma de TI</vt:lpstr>
      <vt:lpstr>Mapa de Aplicações / sistemas</vt:lpstr>
      <vt:lpstr>Informações sobre seus acessos</vt:lpstr>
      <vt:lpstr>Informações sobre seus acessos</vt:lpstr>
      <vt:lpstr>Informações sobre seus acessos</vt:lpstr>
      <vt:lpstr>Sobre nosso sistema de chamados</vt:lpstr>
      <vt:lpstr>Apresentação do PowerPoint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MARIANA</dc:creator>
  <cp:lastModifiedBy>Kayky Matheus da Silva</cp:lastModifiedBy>
  <cp:revision>12</cp:revision>
  <dcterms:created xsi:type="dcterms:W3CDTF">2024-06-25T12:09:42Z</dcterms:created>
  <dcterms:modified xsi:type="dcterms:W3CDTF">2026-06-11T12:57:37Z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2024-05-24T00:00:00Z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2024-06-25T00:00:00Z</vt:filetime>
  </property>
  <property fmtid="{D5CDD505-2E9C-101B-9397-08002B2CF9AE}" pid="5" name="Producer">
    <vt:lpwstr>Microsoft® PowerPoint® para Microsoft 365</vt:lpwstr>
  </property>
</Properties>
</file>