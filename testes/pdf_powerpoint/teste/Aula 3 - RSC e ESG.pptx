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3"/>
  </p:handoutMasterIdLst>
  <p:sldIdLst>
    <p:sldId id="257" r:id="rId2"/>
    <p:sldId id="258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4" r:id="rId15"/>
    <p:sldId id="275" r:id="rId16"/>
    <p:sldId id="276" r:id="rId17"/>
    <p:sldId id="278" r:id="rId18"/>
    <p:sldId id="279" r:id="rId19"/>
    <p:sldId id="280" r:id="rId20"/>
    <p:sldId id="281" r:id="rId21"/>
    <p:sldId id="282" r:id="rId22"/>
  </p:sldIdLst>
  <p:sldSz cx="9144000" cy="5143500" type="screen16x9"/>
  <p:notesSz cx="6865938" cy="95408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r">
              <a:defRPr sz="1200"/>
            </a:lvl1pPr>
          </a:lstStyle>
          <a:p>
            <a:fld id="{C57FD69B-77FC-4AEC-8E0B-7A09E4B00C6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9109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r">
              <a:defRPr sz="1200"/>
            </a:lvl1pPr>
          </a:lstStyle>
          <a:p>
            <a:fld id="{613A8A03-0C32-4CF5-B230-72C9EF24E2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158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Apresentação na tela (16:9)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Conta da Microsoft</cp:lastModifiedBy>
  <cp:revision>2</cp:revision>
  <cp:lastPrinted>2026-08-25T23:40:38Z</cp:lastPrinted>
  <dcterms:created xsi:type="dcterms:W3CDTF">2013-01-27T09:14:16Z</dcterms:created>
  <dcterms:modified xsi:type="dcterms:W3CDTF">2026-08-25T23:41:14Z</dcterms:modified>
  <cp:category/>
</cp:coreProperties>
</file>