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9"/>
  </p:handoutMasterIdLst>
  <p:sldIdLst>
    <p:sldId id="257" r:id="rId2"/>
    <p:sldId id="258" r:id="rId3"/>
    <p:sldId id="260" r:id="rId4"/>
    <p:sldId id="261" r:id="rId5"/>
    <p:sldId id="262" r:id="rId6"/>
    <p:sldId id="264" r:id="rId7"/>
    <p:sldId id="265" r:id="rId8"/>
    <p:sldId id="266" r:id="rId9"/>
    <p:sldId id="268" r:id="rId10"/>
    <p:sldId id="269" r:id="rId11"/>
    <p:sldId id="270" r:id="rId12"/>
    <p:sldId id="272" r:id="rId13"/>
    <p:sldId id="273" r:id="rId14"/>
    <p:sldId id="275" r:id="rId15"/>
    <p:sldId id="276" r:id="rId16"/>
    <p:sldId id="277" r:id="rId17"/>
    <p:sldId id="278" r:id="rId18"/>
  </p:sldIdLst>
  <p:sldSz cx="9144000" cy="5143500" type="screen16x9"/>
  <p:notesSz cx="6865938" cy="95408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4" d="100"/>
          <a:sy n="144" d="100"/>
        </p:scale>
        <p:origin x="65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78701"/>
          </a:xfrm>
          <a:prstGeom prst="rect">
            <a:avLst/>
          </a:prstGeom>
        </p:spPr>
        <p:txBody>
          <a:bodyPr vert="horz" lIns="93744" tIns="46872" rIns="93744" bIns="46872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9109" y="0"/>
            <a:ext cx="2975240" cy="478701"/>
          </a:xfrm>
          <a:prstGeom prst="rect">
            <a:avLst/>
          </a:prstGeom>
        </p:spPr>
        <p:txBody>
          <a:bodyPr vert="horz" lIns="93744" tIns="46872" rIns="93744" bIns="46872" rtlCol="0"/>
          <a:lstStyle>
            <a:lvl1pPr algn="r">
              <a:defRPr sz="1200"/>
            </a:lvl1pPr>
          </a:lstStyle>
          <a:p>
            <a:fld id="{8FFEEF54-B36A-49B7-96F7-7AE1ECC2617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062176"/>
            <a:ext cx="2975240" cy="478700"/>
          </a:xfrm>
          <a:prstGeom prst="rect">
            <a:avLst/>
          </a:prstGeom>
        </p:spPr>
        <p:txBody>
          <a:bodyPr vert="horz" lIns="93744" tIns="46872" rIns="93744" bIns="46872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9109" y="9062176"/>
            <a:ext cx="2975240" cy="478700"/>
          </a:xfrm>
          <a:prstGeom prst="rect">
            <a:avLst/>
          </a:prstGeom>
        </p:spPr>
        <p:txBody>
          <a:bodyPr vert="horz" lIns="93744" tIns="46872" rIns="93744" bIns="46872" rtlCol="0" anchor="b"/>
          <a:lstStyle>
            <a:lvl1pPr algn="r">
              <a:defRPr sz="1200"/>
            </a:lvl1pPr>
          </a:lstStyle>
          <a:p>
            <a:fld id="{3849EC85-5244-4065-BB3F-8547D4E07D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094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Apresentação na tela (16:9)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Conta da Microsoft</cp:lastModifiedBy>
  <cp:revision>2</cp:revision>
  <cp:lastPrinted>2026-08-25T23:38:38Z</cp:lastPrinted>
  <dcterms:created xsi:type="dcterms:W3CDTF">2013-01-27T09:14:16Z</dcterms:created>
  <dcterms:modified xsi:type="dcterms:W3CDTF">2026-08-25T23:41:17Z</dcterms:modified>
  <cp:category/>
</cp:coreProperties>
</file>