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5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9" r:id="rId20"/>
    <p:sldId id="280" r:id="rId21"/>
    <p:sldId id="281" r:id="rId22"/>
    <p:sldId id="282" r:id="rId23"/>
    <p:sldId id="283" r:id="rId24"/>
  </p:sldIdLst>
  <p:sldSz cx="9144000" cy="5143500" type="screen16x9"/>
  <p:notesSz cx="6865938" cy="95408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6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78701"/>
          </a:xfrm>
          <a:prstGeom prst="rect">
            <a:avLst/>
          </a:prstGeom>
        </p:spPr>
        <p:txBody>
          <a:bodyPr vert="horz" lIns="93744" tIns="46872" rIns="93744" bIns="46872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478701"/>
          </a:xfrm>
          <a:prstGeom prst="rect">
            <a:avLst/>
          </a:prstGeom>
        </p:spPr>
        <p:txBody>
          <a:bodyPr vert="horz" lIns="93744" tIns="46872" rIns="93744" bIns="46872" rtlCol="0"/>
          <a:lstStyle>
            <a:lvl1pPr algn="r">
              <a:defRPr sz="1200"/>
            </a:lvl1pPr>
          </a:lstStyle>
          <a:p>
            <a:fld id="{59BDB08E-882C-4847-84D4-2B5E091EEC3F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062176"/>
            <a:ext cx="2975240" cy="478700"/>
          </a:xfrm>
          <a:prstGeom prst="rect">
            <a:avLst/>
          </a:prstGeom>
        </p:spPr>
        <p:txBody>
          <a:bodyPr vert="horz" lIns="93744" tIns="46872" rIns="93744" bIns="46872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9109" y="9062176"/>
            <a:ext cx="2975240" cy="478700"/>
          </a:xfrm>
          <a:prstGeom prst="rect">
            <a:avLst/>
          </a:prstGeom>
        </p:spPr>
        <p:txBody>
          <a:bodyPr vert="horz" lIns="93744" tIns="46872" rIns="93744" bIns="46872" rtlCol="0" anchor="b"/>
          <a:lstStyle>
            <a:lvl1pPr algn="r">
              <a:defRPr sz="1200"/>
            </a:lvl1pPr>
          </a:lstStyle>
          <a:p>
            <a:fld id="{8E1540DD-9A7B-4724-85AA-A514468EC0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712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Apresentação na tela (16:9)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Conta da Microsoft</cp:lastModifiedBy>
  <cp:revision>2</cp:revision>
  <cp:lastPrinted>2026-08-25T23:09:28Z</cp:lastPrinted>
  <dcterms:created xsi:type="dcterms:W3CDTF">2013-01-27T09:14:16Z</dcterms:created>
  <dcterms:modified xsi:type="dcterms:W3CDTF">2026-08-25T23:11:43Z</dcterms:modified>
  <cp:category/>
</cp:coreProperties>
</file>